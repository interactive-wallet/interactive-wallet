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607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828800"/>
            <a:ext cx="5486400" cy="5486400"/>
          </a:xfrm>
          <a:prstGeom prst="ellipse">
            <a:avLst/>
          </a:prstGeom>
          <a:solidFill>
            <a:srgbClr val="A8C4AC">
              <a:alpha val="40000"/>
            </a:srgbClr>
          </a:solidFill>
          <a:ln w="12700">
            <a:solidFill>
              <a:srgbClr val="A8C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18320" y="-914400"/>
            <a:ext cx="3657600" cy="3657600"/>
          </a:xfrm>
          <a:prstGeom prst="ellipse">
            <a:avLst/>
          </a:prstGeom>
          <a:solidFill>
            <a:srgbClr val="A8C4AC">
              <a:alpha val="70000"/>
            </a:srgbClr>
          </a:solidFill>
          <a:ln w="12700">
            <a:solidFill>
              <a:srgbClr val="A8C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274320" cy="2743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801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wallet that</a:t>
            </a:r>
            <a:endParaRPr lang="en-US" sz="6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 its work.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4A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transparent self-sovereign identity wallet —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4A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local VON ledger, a hierarchical broker, and a push channel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4A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only wakes the wallets that need to listen.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572000"/>
            <a:ext cx="388620" cy="457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4608576"/>
            <a:ext cx="388620" cy="457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4572000"/>
            <a:ext cx="388620" cy="457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implementation roadmap · scientific contribution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is built by showing your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89B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371600" y="17830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identity wallets ask you to approve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deny — without telling you what's about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happen, or what just did.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transparency. That's a button.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0" y="2057400"/>
            <a:ext cx="502920" cy="502920"/>
          </a:xfrm>
          <a:prstGeom prst="ellipse">
            <a:avLst/>
          </a:prstGeom>
          <a:solidFill>
            <a:srgbClr val="FAF6F0"/>
          </a:solidFill>
          <a:ln w="9525">
            <a:solidFill>
              <a:srgbClr val="A8C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17627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05256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see what's asked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05256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agree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12480" y="2926080"/>
            <a:ext cx="502920" cy="502920"/>
          </a:xfrm>
          <a:prstGeom prst="ellipse">
            <a:avLst/>
          </a:prstGeom>
          <a:solidFill>
            <a:srgbClr val="FAF6F0"/>
          </a:solidFill>
          <a:ln w="9525">
            <a:solidFill>
              <a:srgbClr val="A8C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30449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0525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see what happens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05256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it happens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412480" y="3794760"/>
            <a:ext cx="502920" cy="502920"/>
          </a:xfrm>
          <a:prstGeom prst="ellipse">
            <a:avLst/>
          </a:prstGeom>
          <a:solidFill>
            <a:srgbClr val="FAF6F0"/>
          </a:solidFill>
          <a:ln w="9525">
            <a:solidFill>
              <a:srgbClr val="A8C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391363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the receipt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05256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it happens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5120640"/>
            <a:ext cx="10881360" cy="0"/>
          </a:xfrm>
          <a:prstGeom prst="line">
            <a:avLst/>
          </a:prstGeom>
          <a:noFill/>
          <a:ln w="9525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4A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wallet is built around the belief that users earn trust in a system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4A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being shown how it works — not by being asked to take it on faith.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SSI Wallet  ·  Master's project brief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windows of transparency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480560"/>
          </a:xfrm>
          <a:prstGeom prst="roundRect">
            <a:avLst>
              <a:gd name="adj" fmla="val 3061"/>
            </a:avLst>
          </a:prstGeom>
          <a:solidFill>
            <a:srgbClr val="FAF6F0"/>
          </a:solidFill>
          <a:ln w="12700">
            <a:solidFill>
              <a:srgbClr val="A8C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2148840"/>
            <a:ext cx="640080" cy="64008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22951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0632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request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97280" y="35661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about to happen?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43000" y="4279392"/>
            <a:ext cx="91440" cy="9144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371600" y="4160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asking, and can we trust them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143000" y="4690872"/>
            <a:ext cx="91440" cy="9144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371600" y="4572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which fields are being requested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143000" y="5102352"/>
            <a:ext cx="91440" cy="9144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71600" y="4983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will be used for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143000" y="5513832"/>
            <a:ext cx="91440" cy="9144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371600" y="5394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it will be kept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72200" y="1691640"/>
            <a:ext cx="5349240" cy="4480560"/>
          </a:xfrm>
          <a:prstGeom prst="roundRect">
            <a:avLst>
              <a:gd name="adj" fmla="val 3061"/>
            </a:avLst>
          </a:prstGeom>
          <a:solidFill>
            <a:srgbClr val="FAF6F0"/>
          </a:solidFill>
          <a:ln w="12700">
            <a:solidFill>
              <a:srgbClr val="E8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629400" y="2148840"/>
            <a:ext cx="640080" cy="64008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2295144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629400" y="30632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Behind the scenes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6629400" y="35661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 right now?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675120" y="4279392"/>
            <a:ext cx="91440" cy="9144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903720" y="4160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DIDs being resolved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675120" y="4690872"/>
            <a:ext cx="91440" cy="9144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903720" y="4572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and revocation lists fetched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675120" y="5102352"/>
            <a:ext cx="91440" cy="9144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903720" y="4983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selective-disclosure proofs generated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675120" y="5513832"/>
            <a:ext cx="91440" cy="9144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903720" y="5394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signed and logged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SSI Wallet  ·  Master's project brief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layers, talking only to neighbours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1965960"/>
            <a:ext cx="0" cy="3310128"/>
          </a:xfrm>
          <a:prstGeom prst="line">
            <a:avLst/>
          </a:prstGeom>
          <a:noFill/>
          <a:ln w="9525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680960" cy="841248"/>
          </a:xfrm>
          <a:prstGeom prst="roundRect">
            <a:avLst>
              <a:gd name="adj" fmla="val 8696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883664"/>
            <a:ext cx="457200" cy="45720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85623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1488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inbox, consent prompts, activity log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7680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889504"/>
            <a:ext cx="457200" cy="45720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8620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1546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presentation matching, trust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7680960" cy="841248"/>
          </a:xfrm>
          <a:prstGeom prst="roundRect">
            <a:avLst>
              <a:gd name="adj" fmla="val 8696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3895344"/>
            <a:ext cx="457200" cy="45720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86791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and protocol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160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methods, proofs, DIDComm transport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7680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4901184"/>
            <a:ext cx="457200" cy="45720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87375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51663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vault, credentials, hash-chained log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runs alongside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86800" y="2011680"/>
            <a:ext cx="2926080" cy="1783080"/>
          </a:xfrm>
          <a:prstGeom prst="roundRect">
            <a:avLst>
              <a:gd name="adj" fmla="val 5128"/>
            </a:avLst>
          </a:prstGeom>
          <a:solidFill>
            <a:srgbClr val="FAF6F0"/>
          </a:solidFill>
          <a:ln w="12700">
            <a:solidFill>
              <a:srgbClr val="A8C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194560"/>
            <a:ext cx="320040" cy="3200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326880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request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915400" y="2606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identity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requested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retention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686800" y="393192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FAF6F0"/>
          </a:solidFill>
          <a:ln w="12700">
            <a:solidFill>
              <a:srgbClr val="E8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4114800"/>
            <a:ext cx="320040" cy="3200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9326880" y="4133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915400" y="45262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resolved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fetched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checked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generated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entry signed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SSI Wallet  ·  Master's project brief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TO THE WORLD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conversations, one encrypted 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wallet–outside communication uses DIDComm v2 — end-to-end encrypted, mutually authenticated.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532888"/>
            <a:ext cx="329184" cy="329184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issue-credential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40480" y="2313432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7A9B7E">
              <a:alpha val="20000"/>
            </a:srgbClr>
          </a:solidFill>
          <a:ln w="635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0" y="23134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issuer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→ we accept → they sign and send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now hold a verifiable credential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DIDComm v2  •  encrypted  •  signed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3950208"/>
            <a:ext cx="329184" cy="329184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7160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present-proof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840480" y="3730752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7A9B7E">
              <a:alpha val="20000"/>
            </a:srgbClr>
          </a:solidFill>
          <a:ln w="635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0" y="3730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verifier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→ we choose what to share → we prove 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verify, we keep the receipt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4434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DIDComm v2  •  encrypted  •  signed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8680" y="5367528"/>
            <a:ext cx="329184" cy="329184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71600" y="5074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vdr-notify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840480" y="5148072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C56B4D">
              <a:alpha val="20000"/>
            </a:srgbClr>
          </a:solidFill>
          <a:ln w="635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0" y="5148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160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broker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5120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→ our region forwards → we react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0" y="5532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wallet learns about ledger changes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7160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DIDComm v2  •  encrypted  •  signed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SSI Wallet  ·  Master's project brief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on a local VON network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6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VON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33172" cy="457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093976"/>
            <a:ext cx="233172" cy="457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8720" y="2057400"/>
            <a:ext cx="233172" cy="457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is the British Columbia government's open Indy testbed.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four ledger nodes plus a browser locally in Docker —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reset state, replay scenarios, and demonstrate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revocations in real time during the defence.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6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./manage start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ledger is alive on localhost.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1828800"/>
            <a:ext cx="4297680" cy="4023360"/>
          </a:xfrm>
          <a:prstGeom prst="roundRect">
            <a:avLst>
              <a:gd name="adj" fmla="val 2727"/>
            </a:avLst>
          </a:prstGeom>
          <a:solidFill>
            <a:srgbClr val="FAF6F0"/>
          </a:solidFill>
          <a:ln w="9525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8952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network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Indy pool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27432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4A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0" y="3017520"/>
            <a:ext cx="411480" cy="41148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984" y="3118104"/>
            <a:ext cx="210312" cy="2103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27532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7532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509760" y="27432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4A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9692640" y="3017520"/>
            <a:ext cx="411480" cy="41148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4" y="3118104"/>
            <a:ext cx="210312" cy="2103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19556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019556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589520" y="39319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4A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7772400" y="4206240"/>
            <a:ext cx="411480" cy="41148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984" y="4306824"/>
            <a:ext cx="210312" cy="21031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27532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27532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9509760" y="39319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4A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9692640" y="4206240"/>
            <a:ext cx="411480" cy="41148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4" y="4306824"/>
            <a:ext cx="210312" cy="21031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19556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4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019556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7589520" y="507492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A8C4AC">
              <a:alpha val="40000"/>
            </a:srgbClr>
          </a:solidFill>
          <a:ln w="635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589520" y="5074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ledger browser  ·  localhost:9000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SSI Wallet  ·  Master's project brief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hierarchy that wakes only the right wallets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Topic-routed pub/sub means a revocation about Alice doesn't ring every phone in the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83480" y="219456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2331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watcher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80760" y="2834640"/>
            <a:ext cx="0" cy="365760"/>
          </a:xfrm>
          <a:prstGeom prst="line">
            <a:avLst/>
          </a:prstGeom>
          <a:noFill/>
          <a:ln w="12700">
            <a:solidFill>
              <a:srgbClr val="4A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83480" y="320040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33375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broker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80760" y="3840480"/>
            <a:ext cx="0" cy="914400"/>
          </a:xfrm>
          <a:prstGeom prst="line">
            <a:avLst/>
          </a:prstGeom>
          <a:noFill/>
          <a:ln w="12700">
            <a:solidFill>
              <a:srgbClr val="4A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1097280" y="47548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4A5F82"/>
          </a:solidFill>
          <a:ln w="12700">
            <a:solidFill>
              <a:srgbClr val="4A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097280" y="4800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region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97280" y="5074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9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ssi.gov.#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103120" y="5394960"/>
            <a:ext cx="0" cy="274320"/>
          </a:xfrm>
          <a:prstGeom prst="line">
            <a:avLst/>
          </a:prstGeom>
          <a:noFill/>
          <a:ln w="12700">
            <a:solidFill>
              <a:srgbClr val="4A5F8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508760" y="5715000"/>
            <a:ext cx="274320" cy="27432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965960" y="5715000"/>
            <a:ext cx="274320" cy="27432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423160" y="5715000"/>
            <a:ext cx="274320" cy="27432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22960" y="6035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passports, licences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080760" y="3840480"/>
            <a:ext cx="0" cy="914400"/>
          </a:xfrm>
          <a:prstGeom prst="line">
            <a:avLst/>
          </a:prstGeom>
          <a:noFill/>
          <a:ln w="12700">
            <a:solidFill>
              <a:srgbClr val="4A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074920" y="47548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4A5F82"/>
          </a:solidFill>
          <a:ln w="12700">
            <a:solidFill>
              <a:srgbClr val="4A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074920" y="4800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region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074920" y="5074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9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ssi.edu.#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080760" y="5394960"/>
            <a:ext cx="0" cy="274320"/>
          </a:xfrm>
          <a:prstGeom prst="line">
            <a:avLst/>
          </a:prstGeom>
          <a:noFill/>
          <a:ln w="12700">
            <a:solidFill>
              <a:srgbClr val="4A5F8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486400" y="5715000"/>
            <a:ext cx="274320" cy="27432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943600" y="5715000"/>
            <a:ext cx="274320" cy="27432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6400800" y="5715000"/>
            <a:ext cx="274320" cy="27432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800600" y="6035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diplomas, transcripts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80760" y="3840480"/>
            <a:ext cx="3977640" cy="914400"/>
          </a:xfrm>
          <a:prstGeom prst="line">
            <a:avLst/>
          </a:prstGeom>
          <a:noFill/>
          <a:ln w="12700">
            <a:solidFill>
              <a:srgbClr val="4A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9052560" y="47548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4A5F82"/>
          </a:solidFill>
          <a:ln w="12700">
            <a:solidFill>
              <a:srgbClr val="4A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9052560" y="4800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region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9052560" y="5074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9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ssi.health.#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10058400" y="5394960"/>
            <a:ext cx="0" cy="274320"/>
          </a:xfrm>
          <a:prstGeom prst="line">
            <a:avLst/>
          </a:prstGeom>
          <a:noFill/>
          <a:ln w="12700">
            <a:solidFill>
              <a:srgbClr val="4A5F8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9464040" y="5715000"/>
            <a:ext cx="274320" cy="27432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9921240" y="5715000"/>
            <a:ext cx="274320" cy="27432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10378440" y="5715000"/>
            <a:ext cx="274320" cy="27432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8778240" y="6035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vaccinations, records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wallet binds to its own DIDs: ssi.gov.revoke.did:sov:5XYZ — only matching messages are forwarded.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SSI Wallet  ·  Master's project brief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message finds its wallet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rides a topic shaped like this: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280160" cy="868680"/>
          </a:xfrm>
          <a:prstGeom prst="rect">
            <a:avLst/>
          </a:prstGeom>
          <a:solidFill>
            <a:srgbClr val="4A5F82">
              <a:alpha val="25000"/>
            </a:srgbClr>
          </a:solidFill>
          <a:ln w="9525">
            <a:solidFill>
              <a:srgbClr val="4A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920240" y="2148840"/>
            <a:ext cx="1463040" cy="868680"/>
          </a:xfrm>
          <a:prstGeom prst="rect">
            <a:avLst/>
          </a:prstGeom>
          <a:solidFill>
            <a:srgbClr val="C56B4D">
              <a:alpha val="25000"/>
            </a:srgbClr>
          </a:solidFill>
          <a:ln w="9525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0240" y="2240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383280" y="2148840"/>
            <a:ext cx="1828800" cy="868680"/>
          </a:xfrm>
          <a:prstGeom prst="rect">
            <a:avLst/>
          </a:prstGeom>
          <a:solidFill>
            <a:srgbClr val="7A9B7E">
              <a:alpha val="25000"/>
            </a:srgbClr>
          </a:solidFill>
          <a:ln w="9525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212080" y="2148840"/>
            <a:ext cx="2926080" cy="868680"/>
          </a:xfrm>
          <a:prstGeom prst="rect">
            <a:avLst/>
          </a:prstGeom>
          <a:solidFill>
            <a:srgbClr val="C9A961">
              <a:alpha val="25000"/>
            </a:srgbClr>
          </a:solidFill>
          <a:ln w="9525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did:sov:5XYZ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DID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event types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388620" cy="457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97280" y="3785616"/>
            <a:ext cx="388620" cy="457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554480" y="3749040"/>
            <a:ext cx="388620" cy="457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60520"/>
            <a:ext cx="365760" cy="3657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37160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did-doc-updated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37160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endpoints, controllers changed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309360" y="402336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160520"/>
            <a:ext cx="365760" cy="36576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04088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key-rotated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04088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method swapped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40080" y="480060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937760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371600" y="4846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vc-revoked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137160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credential's revocation bit flipped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309360" y="480060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937760"/>
            <a:ext cx="365760" cy="36576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040880" y="4846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issuer-suspended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704088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removed from trust registry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40080" y="557784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715000"/>
            <a:ext cx="365760" cy="36576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371600" y="5623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F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schema-updated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1371600" y="5897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schema version published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SSI Wallet  ·  Master's project brief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BUILD WITH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Standards, not invention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on what's already proven so the new work is the broker hierarchy and the transparency layers.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583180" cy="4023360"/>
          </a:xfrm>
          <a:prstGeom prst="roundRect">
            <a:avLst>
              <a:gd name="adj" fmla="val 4248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65910" y="2514600"/>
            <a:ext cx="731520" cy="7315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502" y="267919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383280"/>
            <a:ext cx="2583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Identifiers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657350" y="3794760"/>
            <a:ext cx="548640" cy="0"/>
          </a:xfrm>
          <a:prstGeom prst="line">
            <a:avLst/>
          </a:prstGeom>
          <a:noFill/>
          <a:ln w="9525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3977640"/>
            <a:ext cx="22174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did:sov on VON Indy ledger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did:key for offline cases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indy-vdr for resolution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06140" y="2240280"/>
            <a:ext cx="2583180" cy="4023360"/>
          </a:xfrm>
          <a:prstGeom prst="roundRect">
            <a:avLst>
              <a:gd name="adj" fmla="val 4248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31970" y="2514600"/>
            <a:ext cx="731520" cy="7315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562" y="267919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06140" y="3383280"/>
            <a:ext cx="2583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Credentials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4423410" y="3794760"/>
            <a:ext cx="548640" cy="0"/>
          </a:xfrm>
          <a:prstGeom prst="line">
            <a:avLst/>
          </a:prstGeom>
          <a:noFill/>
          <a:ln w="9525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589020" y="3977640"/>
            <a:ext cx="22174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VC Data Model 2.0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AnonCreds for Indy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plus BBS+ for ZKP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72200" y="2240280"/>
            <a:ext cx="2583180" cy="4023360"/>
          </a:xfrm>
          <a:prstGeom prst="roundRect">
            <a:avLst>
              <a:gd name="adj" fmla="val 4248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098030" y="2514600"/>
            <a:ext cx="731520" cy="7315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2622" y="267919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3383280"/>
            <a:ext cx="2583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Protocols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7189470" y="3794760"/>
            <a:ext cx="548640" cy="0"/>
          </a:xfrm>
          <a:prstGeom prst="line">
            <a:avLst/>
          </a:prstGeom>
          <a:noFill/>
          <a:ln w="9525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355080" y="3977640"/>
            <a:ext cx="22174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DIDComm v2 (IETF)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Aries RFC 0453, 0454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OpenID4VCI / VP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938260" y="2240280"/>
            <a:ext cx="2583180" cy="4023360"/>
          </a:xfrm>
          <a:prstGeom prst="roundRect">
            <a:avLst>
              <a:gd name="adj" fmla="val 4248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864090" y="2514600"/>
            <a:ext cx="731520" cy="7315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8682" y="267919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38260" y="3383280"/>
            <a:ext cx="2583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Broker</a:t>
            </a:r>
            <a:endParaRPr lang="en-US" sz="1700" dirty="0"/>
          </a:p>
        </p:txBody>
      </p:sp>
      <p:sp>
        <p:nvSpPr>
          <p:cNvPr id="27" name="Shape 21"/>
          <p:cNvSpPr/>
          <p:nvPr/>
        </p:nvSpPr>
        <p:spPr>
          <a:xfrm>
            <a:off x="9955530" y="3794760"/>
            <a:ext cx="548640" cy="0"/>
          </a:xfrm>
          <a:prstGeom prst="line">
            <a:avLst/>
          </a:prstGeom>
          <a:noFill/>
          <a:ln w="9525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9121140" y="3977640"/>
            <a:ext cx="22174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topic exchange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across regions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NATS JetStream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SSI Wallet  ·  Master's project brief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phases, twenty weeks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92808"/>
            <a:ext cx="502920" cy="50292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00600" y="1901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21671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resolver, agent skeleton, encrypted store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37960" y="1892808"/>
            <a:ext cx="502920" cy="50292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network up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0" y="1901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23760" y="21671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Indy pool, write test schemas and DIDs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60604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2715768"/>
            <a:ext cx="502920" cy="50292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exchange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27249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29900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and present flows over DIDComm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260604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37960" y="2715768"/>
            <a:ext cx="502920" cy="50292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Watcher and broker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515600" y="27249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29900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watcher, hierarchical broker, topic routing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42900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2960" y="3538728"/>
            <a:ext cx="502920" cy="50292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0876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layers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00600" y="3547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08760" y="38130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UI, behind-the-scenes log, hash chain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342900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37960" y="3538728"/>
            <a:ext cx="502920" cy="50292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3796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2376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write-up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515600" y="3547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17–20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38130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tests, privacy analysis, thesis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SSI Wallet  ·  Master's project brief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IN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watcher and broker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74720" cy="54864"/>
          </a:xfrm>
          <a:prstGeom prst="rect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2103120"/>
            <a:ext cx="640080" cy="64008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watcher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51560" y="3502152"/>
            <a:ext cx="91440" cy="9144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28016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Indy with indy-vdr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51560" y="3867912"/>
            <a:ext cx="91440" cy="9144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8016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diffs new transactions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51560" y="4233672"/>
            <a:ext cx="91440" cy="9144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28016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by type and DID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051560" y="4599432"/>
            <a:ext cx="91440" cy="9144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280160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and publishes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43400" y="1783080"/>
            <a:ext cx="347472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43400" y="1783080"/>
            <a:ext cx="3474720" cy="54864"/>
          </a:xfrm>
          <a:prstGeom prst="rect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24028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70916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broker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754880" y="3502152"/>
            <a:ext cx="91440" cy="9144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98348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topic exchange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754880" y="3867912"/>
            <a:ext cx="91440" cy="9144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98348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root → regions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754880" y="4233672"/>
            <a:ext cx="91440" cy="9144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98348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registry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754880" y="4599432"/>
            <a:ext cx="91440" cy="91440"/>
          </a:xfrm>
          <a:prstGeom prst="ellipse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983480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topic-based filtering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8046720" y="1783080"/>
            <a:ext cx="347472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8046720" y="1783080"/>
            <a:ext cx="3474720" cy="54864"/>
          </a:xfrm>
          <a:prstGeom prst="rect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8412480" y="2103120"/>
            <a:ext cx="640080" cy="64008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240280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41248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wallet handler</a:t>
            </a:r>
            <a:endParaRPr lang="en-US" sz="1800" dirty="0"/>
          </a:p>
        </p:txBody>
      </p:sp>
      <p:sp>
        <p:nvSpPr>
          <p:cNvPr id="35" name="Shape 30"/>
          <p:cNvSpPr/>
          <p:nvPr/>
        </p:nvSpPr>
        <p:spPr>
          <a:xfrm>
            <a:off x="8458200" y="3502152"/>
            <a:ext cx="91440" cy="9144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868680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watcher signature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8458200" y="3867912"/>
            <a:ext cx="91440" cy="9144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868680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against VDR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8458200" y="4233672"/>
            <a:ext cx="91440" cy="9144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868680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change locally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8458200" y="4599432"/>
            <a:ext cx="91440" cy="91440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8686800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the user if needed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15385"/>
            </a:avLst>
          </a:prstGeom>
          <a:solidFill>
            <a:srgbClr val="FAF6F0"/>
          </a:solidFill>
          <a:ln w="635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760720"/>
            <a:ext cx="320040" cy="32004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1325880" y="5687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1325880" y="58978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a credential on VON, see the watcher publish, see only the holder's wallet receive and update.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SSI Wallet  ·  Master's project brief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ANGLE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contributes, and how we'll measure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research questions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88620" cy="457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2185416"/>
            <a:ext cx="388620" cy="457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54480" y="2148840"/>
            <a:ext cx="388620" cy="457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message latency grow with broker hierarchy depth?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200" dirty="0">
                <a:solidFill>
                  <a:srgbClr val="7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365760" cy="36576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privacy cost of fine-grained topics versus broad ones?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200" dirty="0">
                <a:solidFill>
                  <a:srgbClr val="7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365760" cy="36576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system behave under partial broker failure?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200" dirty="0">
                <a:solidFill>
                  <a:srgbClr val="7A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we'll measure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75120" y="2148840"/>
            <a:ext cx="388620" cy="457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32320" y="2185416"/>
            <a:ext cx="388620" cy="457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89520" y="2148840"/>
            <a:ext cx="388620" cy="457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75120" y="2377440"/>
            <a:ext cx="4846320" cy="3657600"/>
          </a:xfrm>
          <a:prstGeom prst="roundRect">
            <a:avLst>
              <a:gd name="adj" fmla="val 3000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03720" y="2724912"/>
            <a:ext cx="109728" cy="109728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78040" y="2606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/ p95 latency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78040" y="2880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 100, 1000 wallets across 1–3 broker tiers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03720" y="3410712"/>
            <a:ext cx="109728" cy="109728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78040" y="3291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wakeup precision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78040" y="3566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relevant to total notifications received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4096512"/>
            <a:ext cx="109728" cy="109728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7804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granularity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78040" y="4251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per-DID vs realm-wide, plotted against privacy leakage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4782312"/>
            <a:ext cx="109728" cy="109728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7804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7804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drain backlog after broker restart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03720" y="5468112"/>
            <a:ext cx="109728" cy="109728"/>
          </a:xfrm>
          <a:prstGeom prst="ellipse">
            <a:avLst/>
          </a:prstGeom>
          <a:solidFill>
            <a:srgbClr val="7A9B7E"/>
          </a:solidFill>
          <a:ln w="12700">
            <a:solidFill>
              <a:srgbClr val="7A9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78040" y="5349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footprint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78040" y="5623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memory growth with subscription count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SSI Wallet  ·  Master's project brief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honest concerns and how we'd handle them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70532"/>
            <a:ext cx="402336" cy="402336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70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watcher can lie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05282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0" y="1920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watchers; cross-check before acting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670048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" y="2857500"/>
            <a:ext cx="402336" cy="402336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28575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28072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leak interest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93979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26480" y="28072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topics where it matters; allow polling fallback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557016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68680" y="3744468"/>
            <a:ext cx="402336" cy="402336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68680" y="37444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463040" y="369417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messages get replayed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826764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369417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numbers, signed timestamps, idempotent handlers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443984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68680" y="4631436"/>
            <a:ext cx="402336" cy="402336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868680" y="46314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463040" y="45811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broker outage drops messages</a:t>
            </a:r>
            <a:endParaRPr lang="en-US" sz="13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713732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126480" y="458114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failover, durable queues, periodic background poll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0080" y="5330952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AF6F0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868680" y="5518404"/>
            <a:ext cx="402336" cy="402336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868680" y="55184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463040" y="54681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log is tampered with locally</a:t>
            </a:r>
            <a:endParaRPr lang="en-US" sz="13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5600700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126480" y="54681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chain plus periodic anchor of root hash to the ledger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SSI Wallet  ·  Master's project brief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A8C4AC">
              <a:alpha val="30000"/>
            </a:srgbClr>
          </a:solidFill>
          <a:ln w="12700">
            <a:solidFill>
              <a:srgbClr val="A8C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274320" cy="274320"/>
          </a:xfrm>
          <a:prstGeom prst="ellipse">
            <a:avLst/>
          </a:prstGeom>
          <a:solidFill>
            <a:srgbClr val="C56B4D"/>
          </a:solidFill>
          <a:ln w="12700">
            <a:solidFill>
              <a:srgbClr val="C5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8016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5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 TOWARD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wallet that earns trust</a:t>
            </a:r>
            <a:endParaRPr lang="en-US" sz="5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2D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showing its work.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006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4754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VON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5349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local ledger, write a test schema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34840" y="457200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8006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4754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framework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09160" y="5349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Aries Framework JS or Credo-TS, one mediator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457200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5D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48006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98280" y="4754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experiment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503920" y="5349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the scalability metric before coding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2296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1240</Words>
  <Application>Microsoft Macintosh PowerPoint</Application>
  <PresentationFormat>Widescreen</PresentationFormat>
  <Paragraphs>295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Transparent SSI Wallet — Master's Project</dc:title>
  <dc:subject>PptxGenJS Presentation</dc:subject>
  <dc:creator>Architecture &amp; Implementation Brief</dc:creator>
  <cp:lastModifiedBy>TU-Pseudonym 5356033117050153</cp:lastModifiedBy>
  <cp:revision>2</cp:revision>
  <dcterms:created xsi:type="dcterms:W3CDTF">2026-04-28T11:57:56Z</dcterms:created>
  <dcterms:modified xsi:type="dcterms:W3CDTF">2026-04-28T12:45:31Z</dcterms:modified>
</cp:coreProperties>
</file>