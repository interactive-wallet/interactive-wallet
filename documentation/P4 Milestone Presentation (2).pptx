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ebm" ContentType="video/webm"/>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p:sldMasterIdLst>
    <p:sldMasterId id="2147483679" r:id="rId1"/>
  </p:sldMasterIdLst>
  <p:notesMasterIdLst>
    <p:notesMasterId r:id="rId12"/>
  </p:notesMasterIdLst>
  <p:sldIdLst>
    <p:sldId id="275" r:id="rId2"/>
    <p:sldId id="257" r:id="rId3"/>
    <p:sldId id="258" r:id="rId4"/>
    <p:sldId id="259" r:id="rId5"/>
    <p:sldId id="260" r:id="rId6"/>
    <p:sldId id="261" r:id="rId7"/>
    <p:sldId id="262" r:id="rId8"/>
    <p:sldId id="263" r:id="rId9"/>
    <p:sldId id="264" r:id="rId10"/>
    <p:sldId id="269" r:id="rId11"/>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9144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
          <a:solidFill>
            <a:srgbClr val="000000"/>
          </a:solidFill>
        </a:uFill>
        <a:latin typeface="+mj-lt"/>
        <a:ea typeface="+mj-ea"/>
        <a:cs typeface="+mj-cs"/>
        <a:sym typeface="Helvetica"/>
      </a:defRPr>
    </a:lvl1pPr>
    <a:lvl2pPr marL="0" marR="0" indent="457200" algn="ctr" defTabSz="9144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
          <a:solidFill>
            <a:srgbClr val="000000"/>
          </a:solidFill>
        </a:uFill>
        <a:latin typeface="+mj-lt"/>
        <a:ea typeface="+mj-ea"/>
        <a:cs typeface="+mj-cs"/>
        <a:sym typeface="Helvetica"/>
      </a:defRPr>
    </a:lvl2pPr>
    <a:lvl3pPr marL="0" marR="0" indent="914400" algn="ctr" defTabSz="9144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
          <a:solidFill>
            <a:srgbClr val="000000"/>
          </a:solidFill>
        </a:uFill>
        <a:latin typeface="+mj-lt"/>
        <a:ea typeface="+mj-ea"/>
        <a:cs typeface="+mj-cs"/>
        <a:sym typeface="Helvetica"/>
      </a:defRPr>
    </a:lvl3pPr>
    <a:lvl4pPr marL="0" marR="0" indent="1371600" algn="ctr" defTabSz="9144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
          <a:solidFill>
            <a:srgbClr val="000000"/>
          </a:solidFill>
        </a:uFill>
        <a:latin typeface="+mj-lt"/>
        <a:ea typeface="+mj-ea"/>
        <a:cs typeface="+mj-cs"/>
        <a:sym typeface="Helvetica"/>
      </a:defRPr>
    </a:lvl4pPr>
    <a:lvl5pPr marL="0" marR="0" indent="1828800" algn="ctr" defTabSz="9144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
          <a:solidFill>
            <a:srgbClr val="000000"/>
          </a:solidFill>
        </a:uFill>
        <a:latin typeface="+mj-lt"/>
        <a:ea typeface="+mj-ea"/>
        <a:cs typeface="+mj-cs"/>
        <a:sym typeface="Helvetica"/>
      </a:defRPr>
    </a:lvl5pPr>
    <a:lvl6pPr marL="0" marR="0" indent="0" algn="ctr" defTabSz="9144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
          <a:solidFill>
            <a:srgbClr val="000000"/>
          </a:solidFill>
        </a:uFill>
        <a:latin typeface="+mj-lt"/>
        <a:ea typeface="+mj-ea"/>
        <a:cs typeface="+mj-cs"/>
        <a:sym typeface="Helvetica"/>
      </a:defRPr>
    </a:lvl6pPr>
    <a:lvl7pPr marL="0" marR="0" indent="0" algn="ctr" defTabSz="9144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
          <a:solidFill>
            <a:srgbClr val="000000"/>
          </a:solidFill>
        </a:uFill>
        <a:latin typeface="+mj-lt"/>
        <a:ea typeface="+mj-ea"/>
        <a:cs typeface="+mj-cs"/>
        <a:sym typeface="Helvetica"/>
      </a:defRPr>
    </a:lvl7pPr>
    <a:lvl8pPr marL="0" marR="0" indent="0" algn="ctr" defTabSz="9144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
          <a:solidFill>
            <a:srgbClr val="000000"/>
          </a:solidFill>
        </a:uFill>
        <a:latin typeface="+mj-lt"/>
        <a:ea typeface="+mj-ea"/>
        <a:cs typeface="+mj-cs"/>
        <a:sym typeface="Helvetica"/>
      </a:defRPr>
    </a:lvl8pPr>
    <a:lvl9pPr marL="0" marR="0" indent="0" algn="ctr" defTabSz="9144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
          <a:solidFill>
            <a:srgbClr val="000000"/>
          </a:solidFill>
        </a:uFill>
        <a:latin typeface="+mj-lt"/>
        <a:ea typeface="+mj-ea"/>
        <a:cs typeface="+mj-cs"/>
        <a:sym typeface="Helvetica"/>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9D46049-1B5D-1B31-7FD9-3DA198698C8C}" name="TU-Pseudonym 2877694301169038" initials="" userId="S::2877694301169038@msopseudo.tu-berlin.de::38a4ea2b-2c2c-4f56-ba6f-6f2e18976a3f"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63A42"/>
    <a:srgbClr val="909394"/>
    <a:srgbClr val="374F5C"/>
    <a:srgbClr val="F49D37"/>
    <a:srgbClr val="3F88C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n" i="on">
        <a:fontRef idx="minor">
          <a:srgbClr val="000000"/>
        </a:fontRef>
        <a:srgbClr val="000000"/>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rgbClr val="D4D4D4"/>
          </a:solidFill>
        </a:fill>
      </a:tcStyle>
    </a:wholeTbl>
    <a:band2H>
      <a:tcTxStyle/>
      <a:tcStyle>
        <a:tcBdr/>
        <a:fill>
          <a:solidFill>
            <a:srgbClr val="EBEBEB"/>
          </a:solidFill>
        </a:fill>
      </a:tcStyle>
    </a:band2H>
    <a:firstCol>
      <a:tcTxStyle b="on" i="on">
        <a:fontRef idx="min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1"/>
          </a:solidFill>
        </a:fill>
      </a:tcStyle>
    </a:firstCol>
    <a:lastRow>
      <a:tcTxStyle b="on" i="on">
        <a:fontRef idx="min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381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1"/>
          </a:solidFill>
        </a:fill>
      </a:tcStyle>
    </a:lastRow>
    <a:firstRow>
      <a:tcTxStyle b="off" i="off">
        <a:fontRef idx="min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381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1"/>
          </a:solidFill>
        </a:fill>
      </a:tcStyle>
    </a:firstRow>
  </a:tblStyle>
  <a:tblStyle styleId="{C7B018BB-80A7-4F77-B60F-C8B233D01FF8}" styleName="">
    <a:tblBg/>
    <a:wholeTbl>
      <a:tcTxStyle b="on" i="on">
        <a:fontRef idx="minor">
          <a:srgbClr val="000000"/>
        </a:fontRef>
        <a:srgbClr val="000000"/>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3">
              <a:lumOff val="44000"/>
            </a:schemeClr>
          </a:solidFill>
        </a:fill>
      </a:tcStyle>
    </a:wholeTbl>
    <a:band2H>
      <a:tcTxStyle/>
      <a:tcStyle>
        <a:tcBdr/>
        <a:fill>
          <a:solidFill>
            <a:schemeClr val="accent3">
              <a:lumOff val="44000"/>
            </a:schemeClr>
          </a:solidFill>
        </a:fill>
      </a:tcStyle>
    </a:band2H>
    <a:firstCol>
      <a:tcTxStyle b="on" i="on">
        <a:fontRef idx="min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3">
              <a:lumOff val="44000"/>
            </a:schemeClr>
          </a:solidFill>
        </a:fill>
      </a:tcStyle>
    </a:firstCol>
    <a:lastRow>
      <a:tcTxStyle b="on" i="on">
        <a:fontRef idx="min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381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3">
              <a:lumOff val="44000"/>
            </a:schemeClr>
          </a:solidFill>
        </a:fill>
      </a:tcStyle>
    </a:lastRow>
    <a:firstRow>
      <a:tcTxStyle b="on" i="on">
        <a:fontRef idx="min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381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3">
              <a:lumOff val="44000"/>
            </a:schemeClr>
          </a:solidFill>
        </a:fill>
      </a:tcStyle>
    </a:firstRow>
  </a:tblStyle>
  <a:tblStyle styleId="{EEE7283C-3CF3-47DC-8721-378D4A62B228}" styleName="">
    <a:tblBg/>
    <a:wholeTbl>
      <a:tcTxStyle b="on" i="on">
        <a:fontRef idx="minor">
          <a:srgbClr val="000000"/>
        </a:fontRef>
        <a:srgbClr val="000000"/>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rgbClr val="CAD2D8"/>
          </a:solidFill>
        </a:fill>
      </a:tcStyle>
    </a:wholeTbl>
    <a:band2H>
      <a:tcTxStyle/>
      <a:tcStyle>
        <a:tcBdr/>
        <a:fill>
          <a:solidFill>
            <a:srgbClr val="E7EAEC"/>
          </a:solidFill>
        </a:fill>
      </a:tcStyle>
    </a:band2H>
    <a:firstCol>
      <a:tcTxStyle b="on" i="on">
        <a:fontRef idx="min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6"/>
          </a:solidFill>
        </a:fill>
      </a:tcStyle>
    </a:firstCol>
    <a:lastRow>
      <a:tcTxStyle b="on" i="on">
        <a:fontRef idx="min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381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6"/>
          </a:solidFill>
        </a:fill>
      </a:tcStyle>
    </a:lastRow>
    <a:firstRow>
      <a:tcTxStyle b="on" i="on">
        <a:fontRef idx="min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381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chemeClr val="accent6"/>
          </a:solidFill>
        </a:fill>
      </a:tcStyle>
    </a:firstRow>
  </a:tblStyle>
  <a:tblStyle styleId="{CF821DB8-F4EB-4A41-A1BA-3FCAFE7338EE}" styleName="">
    <a:tblBg/>
    <a:wholeTbl>
      <a:tcTxStyle b="on" i="on">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chemeClr val="accent3">
              <a:lumOff val="44000"/>
            </a:schemeClr>
          </a:solidFill>
        </a:fill>
      </a:tcStyle>
    </a:band2H>
    <a:firstCol>
      <a:tcTxStyle b="on" i="on">
        <a:fontRef idx="minor">
          <a:schemeClr val="accent3">
            <a:lumOff val="44000"/>
          </a:schemeClr>
        </a:fontRef>
        <a:schemeClr val="accent3">
          <a:lumOff val="44000"/>
        </a:schemeClr>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n">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3">
              <a:lumOff val="44000"/>
            </a:schemeClr>
          </a:solidFill>
        </a:fill>
      </a:tcStyle>
    </a:lastRow>
    <a:firstRow>
      <a:tcTxStyle b="on" i="on">
        <a:fontRef idx="minor">
          <a:schemeClr val="accent3">
            <a:lumOff val="44000"/>
          </a:schemeClr>
        </a:fontRef>
        <a:schemeClr val="accent3">
          <a:lumOff val="44000"/>
        </a:schemeClr>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n" i="on">
        <a:fontRef idx="minor">
          <a:srgbClr val="000000"/>
        </a:fontRef>
        <a:srgbClr val="000000"/>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rgbClr val="CACACA"/>
          </a:solidFill>
        </a:fill>
      </a:tcStyle>
    </a:wholeTbl>
    <a:band2H>
      <a:tcTxStyle/>
      <a:tcStyle>
        <a:tcBdr/>
        <a:fill>
          <a:solidFill>
            <a:srgbClr val="E6E6E6"/>
          </a:solidFill>
        </a:fill>
      </a:tcStyle>
    </a:band2H>
    <a:firstCol>
      <a:tcTxStyle b="on" i="on">
        <a:fontRef idx="min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rgbClr val="000000"/>
          </a:solidFill>
        </a:fill>
      </a:tcStyle>
    </a:firstCol>
    <a:lastRow>
      <a:tcTxStyle b="on" i="on">
        <a:fontRef idx="min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38100" cap="flat">
              <a:solidFill>
                <a:schemeClr val="accent3">
                  <a:lumOff val="44000"/>
                </a:schemeClr>
              </a:solidFill>
              <a:prstDash val="solid"/>
              <a:round/>
            </a:ln>
          </a:top>
          <a:bottom>
            <a:ln w="127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rgbClr val="000000"/>
          </a:solidFill>
        </a:fill>
      </a:tcStyle>
    </a:lastRow>
    <a:firstRow>
      <a:tcTxStyle b="on" i="on">
        <a:fontRef idx="minor">
          <a:schemeClr val="accent3">
            <a:lumOff val="44000"/>
          </a:schemeClr>
        </a:fontRef>
        <a:schemeClr val="accent3">
          <a:lumOff val="44000"/>
        </a:schemeClr>
      </a:tcTxStyle>
      <a:tcStyle>
        <a:tcBdr>
          <a:left>
            <a:ln w="12700" cap="flat">
              <a:solidFill>
                <a:schemeClr val="accent3">
                  <a:lumOff val="44000"/>
                </a:schemeClr>
              </a:solidFill>
              <a:prstDash val="solid"/>
              <a:round/>
            </a:ln>
          </a:left>
          <a:right>
            <a:ln w="12700" cap="flat">
              <a:solidFill>
                <a:schemeClr val="accent3">
                  <a:lumOff val="44000"/>
                </a:schemeClr>
              </a:solidFill>
              <a:prstDash val="solid"/>
              <a:round/>
            </a:ln>
          </a:right>
          <a:top>
            <a:ln w="12700" cap="flat">
              <a:solidFill>
                <a:schemeClr val="accent3">
                  <a:lumOff val="44000"/>
                </a:schemeClr>
              </a:solidFill>
              <a:prstDash val="solid"/>
              <a:round/>
            </a:ln>
          </a:top>
          <a:bottom>
            <a:ln w="38100" cap="flat">
              <a:solidFill>
                <a:schemeClr val="accent3">
                  <a:lumOff val="44000"/>
                </a:schemeClr>
              </a:solidFill>
              <a:prstDash val="solid"/>
              <a:round/>
            </a:ln>
          </a:bottom>
          <a:insideH>
            <a:ln w="12700" cap="flat">
              <a:solidFill>
                <a:schemeClr val="accent3">
                  <a:lumOff val="44000"/>
                </a:schemeClr>
              </a:solidFill>
              <a:prstDash val="solid"/>
              <a:round/>
            </a:ln>
          </a:insideH>
          <a:insideV>
            <a:ln w="12700" cap="flat">
              <a:solidFill>
                <a:schemeClr val="accent3">
                  <a:lumOff val="44000"/>
                </a:schemeClr>
              </a:solidFill>
              <a:prstDash val="solid"/>
              <a:round/>
            </a:ln>
          </a:insideV>
        </a:tcBdr>
        <a:fill>
          <a:solidFill>
            <a:srgbClr val="000000"/>
          </a:solidFill>
        </a:fill>
      </a:tcStyle>
    </a:firstRow>
  </a:tblStyle>
  <a:tblStyle styleId="{2708684C-4D16-4618-839F-0558EEFCDFE6}" styleName="">
    <a:tblBg/>
    <a:wholeTbl>
      <a:tcTxStyle b="on" i="on">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chemeClr val="accent3">
              <a:lumOff val="44000"/>
            </a:schemeClr>
          </a:solidFill>
        </a:fill>
      </a:tcStyle>
    </a:band2H>
    <a:firstCol>
      <a:tcTxStyle b="on" i="on">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n">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n">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2849" autoAdjust="0"/>
  </p:normalViewPr>
  <p:slideViewPr>
    <p:cSldViewPr snapToGrid="0">
      <p:cViewPr varScale="1">
        <p:scale>
          <a:sx n="45" d="100"/>
          <a:sy n="45" d="100"/>
        </p:scale>
        <p:origin x="370" y="53"/>
      </p:cViewPr>
      <p:guideLst/>
    </p:cSldViewPr>
  </p:slideViewPr>
  <p:notesTextViewPr>
    <p:cViewPr>
      <p:scale>
        <a:sx n="3" d="2"/>
        <a:sy n="3" d="2"/>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8/10/relationships/authors" Target="authors.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0" name="Shape 50"/>
          <p:cNvSpPr>
            <a:spLocks noGrp="1" noRot="1" noChangeAspect="1"/>
          </p:cNvSpPr>
          <p:nvPr>
            <p:ph type="sldImg"/>
          </p:nvPr>
        </p:nvSpPr>
        <p:spPr>
          <a:xfrm>
            <a:off x="1143000" y="685800"/>
            <a:ext cx="4572000" cy="3429000"/>
          </a:xfrm>
          <a:prstGeom prst="rect">
            <a:avLst/>
          </a:prstGeom>
        </p:spPr>
        <p:txBody>
          <a:bodyPr/>
          <a:lstStyle/>
          <a:p>
            <a:endParaRPr/>
          </a:p>
        </p:txBody>
      </p:sp>
      <p:sp>
        <p:nvSpPr>
          <p:cNvPr id="51" name="Shape 5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25000"/>
      </a:lnSpc>
      <a:defRPr sz="4600">
        <a:latin typeface="Avenir"/>
        <a:ea typeface="Avenir"/>
        <a:cs typeface="Avenir"/>
        <a:sym typeface="Avenir Roman"/>
      </a:defRPr>
    </a:lvl1pPr>
    <a:lvl2pPr indent="228600" defTabSz="457200" latinLnBrk="0">
      <a:lnSpc>
        <a:spcPct val="125000"/>
      </a:lnSpc>
      <a:defRPr sz="4600">
        <a:latin typeface="Avenir"/>
        <a:ea typeface="Avenir"/>
        <a:cs typeface="Avenir"/>
        <a:sym typeface="Avenir Roman"/>
      </a:defRPr>
    </a:lvl2pPr>
    <a:lvl3pPr indent="457200" defTabSz="457200" latinLnBrk="0">
      <a:lnSpc>
        <a:spcPct val="125000"/>
      </a:lnSpc>
      <a:defRPr sz="4600">
        <a:latin typeface="Avenir"/>
        <a:ea typeface="Avenir"/>
        <a:cs typeface="Avenir"/>
        <a:sym typeface="Avenir Roman"/>
      </a:defRPr>
    </a:lvl3pPr>
    <a:lvl4pPr indent="685800" defTabSz="457200" latinLnBrk="0">
      <a:lnSpc>
        <a:spcPct val="125000"/>
      </a:lnSpc>
      <a:defRPr sz="4600">
        <a:latin typeface="Avenir"/>
        <a:ea typeface="Avenir"/>
        <a:cs typeface="Avenir"/>
        <a:sym typeface="Avenir Roman"/>
      </a:defRPr>
    </a:lvl4pPr>
    <a:lvl5pPr indent="914400" defTabSz="457200" latinLnBrk="0">
      <a:lnSpc>
        <a:spcPct val="125000"/>
      </a:lnSpc>
      <a:defRPr sz="4600">
        <a:latin typeface="Avenir"/>
        <a:ea typeface="Avenir"/>
        <a:cs typeface="Avenir"/>
        <a:sym typeface="Avenir Roman"/>
      </a:defRPr>
    </a:lvl5pPr>
    <a:lvl6pPr indent="1143000" defTabSz="457200" latinLnBrk="0">
      <a:lnSpc>
        <a:spcPct val="125000"/>
      </a:lnSpc>
      <a:defRPr sz="4600">
        <a:latin typeface="Avenir"/>
        <a:ea typeface="Avenir"/>
        <a:cs typeface="Avenir"/>
        <a:sym typeface="Avenir Roman"/>
      </a:defRPr>
    </a:lvl6pPr>
    <a:lvl7pPr indent="1371600" defTabSz="457200" latinLnBrk="0">
      <a:lnSpc>
        <a:spcPct val="125000"/>
      </a:lnSpc>
      <a:defRPr sz="4600">
        <a:latin typeface="Avenir"/>
        <a:ea typeface="Avenir"/>
        <a:cs typeface="Avenir"/>
        <a:sym typeface="Avenir Roman"/>
      </a:defRPr>
    </a:lvl7pPr>
    <a:lvl8pPr indent="1600200" defTabSz="457200" latinLnBrk="0">
      <a:lnSpc>
        <a:spcPct val="125000"/>
      </a:lnSpc>
      <a:defRPr sz="4600">
        <a:latin typeface="Avenir"/>
        <a:ea typeface="Avenir"/>
        <a:cs typeface="Avenir"/>
        <a:sym typeface="Avenir Roman"/>
      </a:defRPr>
    </a:lvl8pPr>
    <a:lvl9pPr indent="1828800" defTabSz="457200" latinLnBrk="0">
      <a:lnSpc>
        <a:spcPct val="125000"/>
      </a:lnSpc>
      <a:defRPr sz="4600">
        <a:latin typeface="Avenir"/>
        <a:ea typeface="Avenir"/>
        <a:cs typeface="Avenir"/>
        <a:sym typeface="Avenir Roman"/>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582583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 name="Google Shape;5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800"/>
              </a:spcAft>
              <a:buSzPts val="1100"/>
              <a:buNone/>
            </a:pPr>
            <a:r>
              <a:rPr lang="en-US"/>
              <a:t>Our agenda for the presentation is as follows, first, I will tell you something about the Problem we are targeting and afterwards my collegues will tell you something about the System Architecture, the Tech Stack and Tools we are using and the Work Distribution. Afterwards Adrian will show you a small demo of our current state.</a:t>
            </a:r>
            <a:endParaRPr/>
          </a:p>
        </p:txBody>
      </p:sp>
      <p:sp>
        <p:nvSpPr>
          <p:cNvPr id="53" name="Google Shape;53;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3e23f9b7025_1_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 name="Google Shape;60;g3e23f9b7025_1_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1100">
                <a:latin typeface="Arial"/>
                <a:ea typeface="Arial"/>
                <a:cs typeface="Arial"/>
                <a:sym typeface="Arial"/>
              </a:rPr>
              <a:t>So, the general topic is the current state of digital identity. Today, our identity data is </a:t>
            </a:r>
            <a:r>
              <a:rPr lang="en-US" sz="1100" b="1">
                <a:latin typeface="Arial"/>
                <a:ea typeface="Arial"/>
                <a:cs typeface="Arial"/>
                <a:sym typeface="Arial"/>
              </a:rPr>
              <a:t>siloed</a:t>
            </a:r>
            <a:r>
              <a:rPr lang="en-US" sz="1100">
                <a:latin typeface="Arial"/>
                <a:ea typeface="Arial"/>
                <a:cs typeface="Arial"/>
                <a:sym typeface="Arial"/>
              </a:rPr>
              <a:t>—it is trapped inside centralized databases controlled by massive providers, like tech giants or government registries.</a:t>
            </a:r>
            <a:endParaRPr sz="1100">
              <a:latin typeface="Arial"/>
              <a:ea typeface="Arial"/>
              <a:cs typeface="Arial"/>
              <a:sym typeface="Arial"/>
            </a:endParaRPr>
          </a:p>
          <a:p>
            <a:pPr marL="0" lvl="0" indent="0" algn="l" rtl="0">
              <a:lnSpc>
                <a:spcPct val="115000"/>
              </a:lnSpc>
              <a:spcBef>
                <a:spcPts val="800"/>
              </a:spcBef>
              <a:spcAft>
                <a:spcPts val="0"/>
              </a:spcAft>
              <a:buClr>
                <a:schemeClr val="dk1"/>
              </a:buClr>
              <a:buSzPts val="1100"/>
              <a:buFont typeface="Arial"/>
              <a:buNone/>
            </a:pPr>
            <a:r>
              <a:rPr lang="en-US" sz="1100">
                <a:latin typeface="Arial"/>
                <a:ea typeface="Arial"/>
                <a:cs typeface="Arial"/>
                <a:sym typeface="Arial"/>
              </a:rPr>
              <a:t>Which means, users have no insight into who actually verifies our credentials.</a:t>
            </a:r>
            <a:endParaRPr sz="1100">
              <a:latin typeface="Arial"/>
              <a:ea typeface="Arial"/>
              <a:cs typeface="Arial"/>
              <a:sym typeface="Arial"/>
            </a:endParaRPr>
          </a:p>
          <a:p>
            <a:pPr marL="0" lvl="0" indent="0" algn="l" rtl="0">
              <a:lnSpc>
                <a:spcPct val="115000"/>
              </a:lnSpc>
              <a:spcBef>
                <a:spcPts val="800"/>
              </a:spcBef>
              <a:spcAft>
                <a:spcPts val="0"/>
              </a:spcAft>
              <a:buClr>
                <a:schemeClr val="dk1"/>
              </a:buClr>
              <a:buSzPts val="1100"/>
              <a:buFont typeface="Arial"/>
              <a:buNone/>
            </a:pPr>
            <a:r>
              <a:rPr lang="en-US" sz="1100">
                <a:latin typeface="Arial"/>
                <a:ea typeface="Arial"/>
                <a:cs typeface="Arial"/>
                <a:sym typeface="Arial"/>
              </a:rPr>
              <a:t>Secondly the „source of truth“ is opaque. If our credential is revoked, your wallet stays silent until a transaction fails.</a:t>
            </a:r>
            <a:endParaRPr sz="1100">
              <a:latin typeface="Arial"/>
              <a:ea typeface="Arial"/>
              <a:cs typeface="Arial"/>
              <a:sym typeface="Arial"/>
            </a:endParaRPr>
          </a:p>
          <a:p>
            <a:pPr marL="0" lvl="0" indent="0" algn="l" rtl="0">
              <a:lnSpc>
                <a:spcPct val="115000"/>
              </a:lnSpc>
              <a:spcBef>
                <a:spcPts val="800"/>
              </a:spcBef>
              <a:spcAft>
                <a:spcPts val="0"/>
              </a:spcAft>
              <a:buClr>
                <a:schemeClr val="dk1"/>
              </a:buClr>
              <a:buSzPts val="1100"/>
              <a:buFont typeface="Arial"/>
              <a:buNone/>
            </a:pPr>
            <a:r>
              <a:rPr lang="en-US" sz="1100">
                <a:latin typeface="Arial"/>
                <a:ea typeface="Arial"/>
                <a:cs typeface="Arial"/>
                <a:sym typeface="Arial"/>
              </a:rPr>
              <a:t>And finally there is no log of what your wallet did in your behalf and what data it used.</a:t>
            </a:r>
            <a:endParaRPr sz="110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"Let me give you a quick example of what I mean. Imagine Alice is applying for a job and shares her digital diploma from her wallet.</a:t>
            </a:r>
            <a:endParaRPr sz="110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Right now, it’s a total 'black box.' She hits 'Share,' a spinner runs for a few seconds, and then it’s just gone. She has no idea what actually happened. Did the employer just verify she graduated? Did they dig into her exact grades? Did they check if the credential was even valid?</a:t>
            </a:r>
            <a:endParaRPr sz="110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She’s basically forced to just click 'approve' and hope for the best. She has no visibility, and more importantly, she has no proof of what her own wallet actually did behind the scenes."</a:t>
            </a:r>
            <a:endParaRPr sz="1100">
              <a:latin typeface="Arial"/>
              <a:ea typeface="Arial"/>
              <a:cs typeface="Arial"/>
              <a:sym typeface="Arial"/>
            </a:endParaRPr>
          </a:p>
          <a:p>
            <a:pPr marL="0" lvl="0" indent="0" algn="l" rtl="0">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"So, how do we move from this 'black box' to a system Alice can actually trust? Our project proposes a transparent, SSI-based mobile wallet that puts the user back in control through four core pillars:</a:t>
            </a:r>
            <a:endParaRPr sz="1100">
              <a:latin typeface="Arial"/>
              <a:ea typeface="Arial"/>
              <a:cs typeface="Arial"/>
              <a:sym typeface="Arial"/>
            </a:endParaRPr>
          </a:p>
          <a:p>
            <a:pPr marL="457200" lvl="0" indent="-228600" algn="l" rtl="0">
              <a:lnSpc>
                <a:spcPct val="115000"/>
              </a:lnSpc>
              <a:spcBef>
                <a:spcPts val="1200"/>
              </a:spcBef>
              <a:spcAft>
                <a:spcPts val="0"/>
              </a:spcAft>
              <a:buClr>
                <a:schemeClr val="dk1"/>
              </a:buClr>
              <a:buSzPts val="1100"/>
              <a:buFont typeface="Arial"/>
              <a:buNone/>
            </a:pPr>
            <a:r>
              <a:rPr lang="en-US" sz="1000">
                <a:latin typeface="Arial"/>
                <a:ea typeface="Arial"/>
                <a:cs typeface="Arial"/>
                <a:sym typeface="Arial"/>
              </a:rPr>
              <a:t>·</a:t>
            </a:r>
            <a:r>
              <a:rPr lang="en-US" sz="700">
                <a:latin typeface="Times New Roman"/>
                <a:ea typeface="Times New Roman"/>
                <a:cs typeface="Times New Roman"/>
                <a:sym typeface="Times New Roman"/>
              </a:rPr>
              <a:t>       </a:t>
            </a:r>
            <a:r>
              <a:rPr lang="en-US" sz="1100" b="1">
                <a:latin typeface="Arial"/>
                <a:ea typeface="Arial"/>
                <a:cs typeface="Arial"/>
                <a:sym typeface="Arial"/>
              </a:rPr>
              <a:t>First, Self-Sovereignty:</a:t>
            </a:r>
            <a:r>
              <a:rPr lang="en-US" sz="1100">
                <a:latin typeface="Arial"/>
                <a:ea typeface="Arial"/>
                <a:cs typeface="Arial"/>
                <a:sym typeface="Arial"/>
              </a:rPr>
              <a:t> Your identity data lives with you, not in a central database you don't control.</a:t>
            </a:r>
            <a:endParaRPr sz="1100">
              <a:latin typeface="Arial"/>
              <a:ea typeface="Arial"/>
              <a:cs typeface="Arial"/>
              <a:sym typeface="Arial"/>
            </a:endParaRPr>
          </a:p>
          <a:p>
            <a:pPr marL="457200" lvl="0" indent="-228600" algn="l" rtl="0">
              <a:lnSpc>
                <a:spcPct val="115000"/>
              </a:lnSpc>
              <a:spcBef>
                <a:spcPts val="1200"/>
              </a:spcBef>
              <a:spcAft>
                <a:spcPts val="0"/>
              </a:spcAft>
              <a:buClr>
                <a:schemeClr val="dk1"/>
              </a:buClr>
              <a:buSzPts val="1100"/>
              <a:buFont typeface="Arial"/>
              <a:buNone/>
            </a:pPr>
            <a:r>
              <a:rPr lang="en-US" sz="1000">
                <a:latin typeface="Arial"/>
                <a:ea typeface="Arial"/>
                <a:cs typeface="Arial"/>
                <a:sym typeface="Arial"/>
              </a:rPr>
              <a:t>·</a:t>
            </a:r>
            <a:r>
              <a:rPr lang="en-US" sz="700">
                <a:latin typeface="Times New Roman"/>
                <a:ea typeface="Times New Roman"/>
                <a:cs typeface="Times New Roman"/>
                <a:sym typeface="Times New Roman"/>
              </a:rPr>
              <a:t>       </a:t>
            </a:r>
            <a:r>
              <a:rPr lang="en-US" sz="1100" b="1">
                <a:latin typeface="Arial"/>
                <a:ea typeface="Arial"/>
                <a:cs typeface="Arial"/>
                <a:sym typeface="Arial"/>
              </a:rPr>
              <a:t>Second, Secure Standards:</a:t>
            </a:r>
            <a:r>
              <a:rPr lang="en-US" sz="1100">
                <a:latin typeface="Arial"/>
                <a:ea typeface="Arial"/>
                <a:cs typeface="Arial"/>
                <a:sym typeface="Arial"/>
              </a:rPr>
              <a:t> We use </a:t>
            </a:r>
            <a:r>
              <a:rPr lang="en-US" sz="1100" b="1">
                <a:latin typeface="Arial"/>
                <a:ea typeface="Arial"/>
                <a:cs typeface="Arial"/>
                <a:sym typeface="Arial"/>
              </a:rPr>
              <a:t>DIDComm</a:t>
            </a:r>
            <a:r>
              <a:rPr lang="en-US" sz="1100">
                <a:latin typeface="Arial"/>
                <a:ea typeface="Arial"/>
                <a:cs typeface="Arial"/>
                <a:sym typeface="Arial"/>
              </a:rPr>
              <a:t> for all communications. This ensures every interaction is encrypted and mutually authenticated, so you aren't locked into a single vendor.</a:t>
            </a:r>
            <a:endParaRPr sz="1100">
              <a:latin typeface="Arial"/>
              <a:ea typeface="Arial"/>
              <a:cs typeface="Arial"/>
              <a:sym typeface="Arial"/>
            </a:endParaRPr>
          </a:p>
          <a:p>
            <a:pPr marL="457200" lvl="0" indent="-228600" algn="l" rtl="0">
              <a:lnSpc>
                <a:spcPct val="115000"/>
              </a:lnSpc>
              <a:spcBef>
                <a:spcPts val="1200"/>
              </a:spcBef>
              <a:spcAft>
                <a:spcPts val="0"/>
              </a:spcAft>
              <a:buClr>
                <a:schemeClr val="dk1"/>
              </a:buClr>
              <a:buSzPts val="1100"/>
              <a:buFont typeface="Arial"/>
              <a:buNone/>
            </a:pPr>
            <a:r>
              <a:rPr lang="en-US" sz="1000">
                <a:latin typeface="Arial"/>
                <a:ea typeface="Arial"/>
                <a:cs typeface="Arial"/>
                <a:sym typeface="Arial"/>
              </a:rPr>
              <a:t>·</a:t>
            </a:r>
            <a:r>
              <a:rPr lang="en-US" sz="700">
                <a:latin typeface="Times New Roman"/>
                <a:ea typeface="Times New Roman"/>
                <a:cs typeface="Times New Roman"/>
                <a:sym typeface="Times New Roman"/>
              </a:rPr>
              <a:t>       </a:t>
            </a:r>
            <a:r>
              <a:rPr lang="en-US" sz="1100" b="1">
                <a:latin typeface="Arial"/>
                <a:ea typeface="Arial"/>
                <a:cs typeface="Arial"/>
                <a:sym typeface="Arial"/>
              </a:rPr>
              <a:t>Third, Real-Time Updates:</a:t>
            </a:r>
            <a:r>
              <a:rPr lang="en-US" sz="1100">
                <a:latin typeface="Arial"/>
                <a:ea typeface="Arial"/>
                <a:cs typeface="Arial"/>
                <a:sym typeface="Arial"/>
              </a:rPr>
              <a:t> Through a mediator service, we’ve added a </a:t>
            </a:r>
            <a:r>
              <a:rPr lang="en-US" sz="1100" b="1">
                <a:latin typeface="Arial"/>
                <a:ea typeface="Arial"/>
                <a:cs typeface="Arial"/>
                <a:sym typeface="Arial"/>
              </a:rPr>
              <a:t>'Push' channel.</a:t>
            </a:r>
            <a:r>
              <a:rPr lang="en-US" sz="1100">
                <a:latin typeface="Arial"/>
                <a:ea typeface="Arial"/>
                <a:cs typeface="Arial"/>
                <a:sym typeface="Arial"/>
              </a:rPr>
              <a:t> Your wallet no longer sits idle; it alerts you to credential changes—like revocations—the moment they occur, rather than leaving you in the dark until a transaction fails.</a:t>
            </a:r>
            <a:endParaRPr sz="1100">
              <a:latin typeface="Arial"/>
              <a:ea typeface="Arial"/>
              <a:cs typeface="Arial"/>
              <a:sym typeface="Arial"/>
            </a:endParaRPr>
          </a:p>
          <a:p>
            <a:pPr marL="457200" lvl="0" indent="-228600" algn="l" rtl="0">
              <a:lnSpc>
                <a:spcPct val="115000"/>
              </a:lnSpc>
              <a:spcBef>
                <a:spcPts val="1200"/>
              </a:spcBef>
              <a:spcAft>
                <a:spcPts val="0"/>
              </a:spcAft>
              <a:buClr>
                <a:schemeClr val="dk1"/>
              </a:buClr>
              <a:buSzPts val="1100"/>
              <a:buFont typeface="Arial"/>
              <a:buNone/>
            </a:pPr>
            <a:r>
              <a:rPr lang="en-US" sz="1000">
                <a:latin typeface="Arial"/>
                <a:ea typeface="Arial"/>
                <a:cs typeface="Arial"/>
                <a:sym typeface="Arial"/>
              </a:rPr>
              <a:t>·</a:t>
            </a:r>
            <a:r>
              <a:rPr lang="en-US" sz="700">
                <a:latin typeface="Times New Roman"/>
                <a:ea typeface="Times New Roman"/>
                <a:cs typeface="Times New Roman"/>
                <a:sym typeface="Times New Roman"/>
              </a:rPr>
              <a:t>       </a:t>
            </a:r>
            <a:r>
              <a:rPr lang="en-US" sz="1100" b="1">
                <a:latin typeface="Arial"/>
                <a:ea typeface="Arial"/>
                <a:cs typeface="Arial"/>
                <a:sym typeface="Arial"/>
              </a:rPr>
              <a:t>Finally, the Transparency Log:</a:t>
            </a:r>
            <a:r>
              <a:rPr lang="en-US" sz="1100">
                <a:latin typeface="Arial"/>
                <a:ea typeface="Arial"/>
                <a:cs typeface="Arial"/>
                <a:sym typeface="Arial"/>
              </a:rPr>
              <a:t> This is the heart of our project. Every action your wallet performs is recorded in a tamper-evident, human-readable log.</a:t>
            </a:r>
            <a:endParaRPr sz="1100">
              <a:latin typeface="Arial"/>
              <a:ea typeface="Arial"/>
              <a:cs typeface="Arial"/>
              <a:sym typeface="Arial"/>
            </a:endParaRPr>
          </a:p>
          <a:p>
            <a:pPr marL="0" lvl="0" indent="0" algn="l" rtl="0">
              <a:spcBef>
                <a:spcPts val="1200"/>
              </a:spcBef>
              <a:spcAft>
                <a:spcPts val="0"/>
              </a:spcAft>
              <a:buNone/>
            </a:pPr>
            <a:endParaRPr/>
          </a:p>
        </p:txBody>
      </p:sp>
      <p:sp>
        <p:nvSpPr>
          <p:cNvPr id="61" name="Google Shape;61;g3e23f9b7025_1_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3e23f9b7025_1_10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 name="Google Shape;73;g3e23f9b7025_1_1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 name="Google Shape;74;g3e23f9b7025_1_1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a879e7953b_1_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a879e7953b_1_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g3a879e7953b_1_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e23f9b7025_1_1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g3e23f9b7025_1_14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r>
              <a:rPr lang="en-US" dirty="0"/>
              <a:t>The technology stack we are using is as follows:</a:t>
            </a:r>
            <a:endParaRPr dirty="0"/>
          </a:p>
          <a:p>
            <a:pPr marL="0" lvl="0" indent="0" algn="l" rtl="0">
              <a:lnSpc>
                <a:spcPct val="115000"/>
              </a:lnSpc>
              <a:spcBef>
                <a:spcPts val="800"/>
              </a:spcBef>
              <a:spcAft>
                <a:spcPts val="0"/>
              </a:spcAft>
              <a:buClr>
                <a:schemeClr val="dk1"/>
              </a:buClr>
              <a:buSzPts val="1100"/>
              <a:buFont typeface="Arial"/>
              <a:buNone/>
            </a:pPr>
            <a:r>
              <a:rPr lang="en-US" dirty="0"/>
              <a:t> </a:t>
            </a:r>
            <a:endParaRPr dirty="0"/>
          </a:p>
          <a:p>
            <a:pPr marL="0" lvl="0" indent="0" algn="l" rtl="0">
              <a:lnSpc>
                <a:spcPct val="115000"/>
              </a:lnSpc>
              <a:spcBef>
                <a:spcPts val="800"/>
              </a:spcBef>
              <a:spcAft>
                <a:spcPts val="0"/>
              </a:spcAft>
              <a:buClr>
                <a:schemeClr val="dk1"/>
              </a:buClr>
              <a:buSzPts val="1100"/>
              <a:buFont typeface="Arial"/>
              <a:buNone/>
            </a:pPr>
            <a:r>
              <a:rPr lang="en-US" dirty="0"/>
              <a:t>For the wallet agent and the mediator, we are using a framework called Credo-TS. This framework runs on TypeScript and offers </a:t>
            </a:r>
            <a:r>
              <a:rPr lang="en-US" dirty="0" err="1"/>
              <a:t>DIDComm</a:t>
            </a:r>
            <a:r>
              <a:rPr lang="en-US" dirty="0"/>
              <a:t> compatibility.</a:t>
            </a:r>
            <a:endParaRPr dirty="0"/>
          </a:p>
          <a:p>
            <a:pPr marL="0" lvl="0" indent="0" algn="l" rtl="0">
              <a:lnSpc>
                <a:spcPct val="115000"/>
              </a:lnSpc>
              <a:spcBef>
                <a:spcPts val="800"/>
              </a:spcBef>
              <a:spcAft>
                <a:spcPts val="0"/>
              </a:spcAft>
              <a:buClr>
                <a:schemeClr val="dk1"/>
              </a:buClr>
              <a:buSzPts val="1100"/>
              <a:buFont typeface="Arial"/>
              <a:buNone/>
            </a:pPr>
            <a:r>
              <a:rPr lang="en-US" dirty="0"/>
              <a:t> </a:t>
            </a:r>
            <a:endParaRPr dirty="0"/>
          </a:p>
          <a:p>
            <a:pPr marL="0" lvl="0" indent="0" algn="l" rtl="0">
              <a:lnSpc>
                <a:spcPct val="115000"/>
              </a:lnSpc>
              <a:spcBef>
                <a:spcPts val="800"/>
              </a:spcBef>
              <a:spcAft>
                <a:spcPts val="0"/>
              </a:spcAft>
              <a:buClr>
                <a:schemeClr val="dk1"/>
              </a:buClr>
              <a:buSzPts val="1100"/>
              <a:buFont typeface="Arial"/>
              <a:buNone/>
            </a:pPr>
            <a:r>
              <a:rPr lang="en-US" dirty="0"/>
              <a:t>For the wallet UI, we are using the Flutter framework. Our current Linux app is built using Flutter and communicates with the Credo-TS agent via HTTP and </a:t>
            </a:r>
            <a:r>
              <a:rPr lang="en-US" dirty="0" err="1"/>
              <a:t>WebSockets</a:t>
            </a:r>
            <a:r>
              <a:rPr lang="en-US" dirty="0"/>
              <a:t>. Our plan is to integrate the Credo-TS framework with Node.js within Flutter, ensuring that every wallet instance runs its own local server.</a:t>
            </a:r>
            <a:endParaRPr dirty="0"/>
          </a:p>
          <a:p>
            <a:pPr marL="0" lvl="0" indent="0" algn="l" rtl="0">
              <a:lnSpc>
                <a:spcPct val="115000"/>
              </a:lnSpc>
              <a:spcBef>
                <a:spcPts val="800"/>
              </a:spcBef>
              <a:spcAft>
                <a:spcPts val="0"/>
              </a:spcAft>
              <a:buClr>
                <a:schemeClr val="dk1"/>
              </a:buClr>
              <a:buSzPts val="1100"/>
              <a:buFont typeface="Arial"/>
              <a:buNone/>
            </a:pPr>
            <a:r>
              <a:rPr lang="en-US" dirty="0"/>
              <a:t> </a:t>
            </a:r>
            <a:endParaRPr dirty="0"/>
          </a:p>
          <a:p>
            <a:pPr marL="0" lvl="0" indent="0" algn="l" rtl="0">
              <a:lnSpc>
                <a:spcPct val="115000"/>
              </a:lnSpc>
              <a:spcBef>
                <a:spcPts val="800"/>
              </a:spcBef>
              <a:spcAft>
                <a:spcPts val="0"/>
              </a:spcAft>
              <a:buClr>
                <a:schemeClr val="dk1"/>
              </a:buClr>
              <a:buSzPts val="1100"/>
              <a:buFont typeface="Arial"/>
              <a:buNone/>
            </a:pPr>
            <a:r>
              <a:rPr lang="en-US" dirty="0"/>
              <a:t>For task tracking and sprint management, we use GitHub Issues and Milestones, while our daily communication takes place on Discord.</a:t>
            </a:r>
            <a:endParaRPr dirty="0"/>
          </a:p>
          <a:p>
            <a:pPr marL="0" lvl="0" indent="0" algn="l" rtl="0">
              <a:lnSpc>
                <a:spcPct val="115000"/>
              </a:lnSpc>
              <a:spcBef>
                <a:spcPts val="800"/>
              </a:spcBef>
              <a:spcAft>
                <a:spcPts val="0"/>
              </a:spcAft>
              <a:buClr>
                <a:schemeClr val="dk1"/>
              </a:buClr>
              <a:buSzPts val="1100"/>
              <a:buFont typeface="Arial"/>
              <a:buNone/>
            </a:pPr>
            <a:r>
              <a:rPr lang="en-US" dirty="0"/>
              <a:t> </a:t>
            </a:r>
            <a:endParaRPr dirty="0"/>
          </a:p>
          <a:p>
            <a:pPr marL="0" lvl="0" indent="0" algn="l" rtl="0">
              <a:lnSpc>
                <a:spcPct val="115000"/>
              </a:lnSpc>
              <a:spcBef>
                <a:spcPts val="800"/>
              </a:spcBef>
              <a:spcAft>
                <a:spcPts val="0"/>
              </a:spcAft>
              <a:buClr>
                <a:schemeClr val="dk1"/>
              </a:buClr>
              <a:buSzPts val="1100"/>
              <a:buFont typeface="Arial"/>
              <a:buNone/>
            </a:pPr>
            <a:r>
              <a:rPr lang="en-US" dirty="0"/>
              <a:t>Finally, for testing, we are using the VON network—a ledger environment provided by the Government of British Columbia—which we deploy locally using Docker to run the actual Indy ledger infrastructure on our machines.</a:t>
            </a:r>
            <a:endParaRPr dirty="0"/>
          </a:p>
          <a:p>
            <a:pPr marL="0" lvl="0" indent="0" algn="l" rtl="0">
              <a:spcBef>
                <a:spcPts val="800"/>
              </a:spcBef>
              <a:spcAft>
                <a:spcPts val="0"/>
              </a:spcAft>
              <a:buNone/>
            </a:pPr>
            <a:endParaRPr dirty="0"/>
          </a:p>
        </p:txBody>
      </p:sp>
      <p:sp>
        <p:nvSpPr>
          <p:cNvPr id="117" name="Google Shape;117;g3e23f9b7025_1_14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e23f9b7025_1_20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e23f9b7025_1_20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0" name="Google Shape;140;g3e23f9b7025_1_20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e4aaa89f1b_3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3e4aaa89f1b_3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3" name="Google Shape;163;g3e4aaa89f1b_3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e23f9b7025_1_2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2" name="Google Shape;172;g3e23f9b7025_1_28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einkommende connection requests akzeptieren</a:t>
            </a:r>
            <a:endParaRPr/>
          </a:p>
          <a:p>
            <a:pPr marL="0" lvl="0" indent="0" algn="l" rtl="0">
              <a:spcBef>
                <a:spcPts val="0"/>
              </a:spcBef>
              <a:spcAft>
                <a:spcPts val="0"/>
              </a:spcAft>
              <a:buNone/>
            </a:pPr>
            <a:endParaRPr/>
          </a:p>
        </p:txBody>
      </p:sp>
      <p:sp>
        <p:nvSpPr>
          <p:cNvPr id="173" name="Google Shape;173;g3e23f9b7025_1_28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p:spTree>
      <p:nvGrpSpPr>
        <p:cNvPr id="1" name=""/>
        <p:cNvGrpSpPr/>
        <p:nvPr/>
      </p:nvGrpSpPr>
      <p:grpSpPr>
        <a:xfrm>
          <a:off x="0" y="0"/>
          <a:ext cx="0" cy="0"/>
          <a:chOff x="0" y="0"/>
          <a:chExt cx="0" cy="0"/>
        </a:xfrm>
      </p:grpSpPr>
      <p:sp>
        <p:nvSpPr>
          <p:cNvPr id="44" name="Foliennummer"/>
          <p:cNvSpPr txBox="1">
            <a:spLocks noGrp="1"/>
          </p:cNvSpPr>
          <p:nvPr>
            <p:ph type="sldNum" sz="quarter" idx="2"/>
          </p:nvPr>
        </p:nvSpPr>
        <p:spPr>
          <a:xfrm>
            <a:off x="16141337" y="12320810"/>
            <a:ext cx="4267200" cy="736600"/>
          </a:xfrm>
          <a:prstGeom prst="rect">
            <a:avLst/>
          </a:prstGeom>
        </p:spPr>
        <p:txBody>
          <a:bodyPr lIns="0" tIns="0" rIns="0" bIns="0"/>
          <a:lstStyle>
            <a:lvl1pPr algn="l">
              <a:defRPr sz="3200" b="0">
                <a:solidFill>
                  <a:srgbClr val="000000"/>
                </a:solidFill>
                <a:latin typeface="+mn-lt"/>
                <a:ea typeface="+mn-ea"/>
                <a:cs typeface="+mn-cs"/>
                <a:sym typeface="Arial"/>
              </a:defRPr>
            </a:lvl1pPr>
          </a:lstStyle>
          <a:p>
            <a:fld id="{86CB4B4D-7CA3-9044-876B-883B54F8677D}" type="slidenum">
              <a:t>‹Nr.›</a:t>
            </a:fld>
            <a:endParaRPr/>
          </a:p>
        </p:txBody>
      </p:sp>
      <p:pic>
        <p:nvPicPr>
          <p:cNvPr id="3" name="Picture 2" descr="A city at night with lights&#10;&#10;AI-generated content may be incorrect.">
            <a:extLst>
              <a:ext uri="{FF2B5EF4-FFF2-40B4-BE49-F238E27FC236}">
                <a16:creationId xmlns:a16="http://schemas.microsoft.com/office/drawing/2014/main" id="{0FCEDEC8-90A3-2C72-C78F-285F23CADE1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8" y="0"/>
            <a:ext cx="24371945" cy="13716000"/>
          </a:xfrm>
          <a:prstGeom prst="rect">
            <a:avLst/>
          </a:prstGeom>
        </p:spPr>
      </p:pic>
      <p:sp>
        <p:nvSpPr>
          <p:cNvPr id="7" name="Rechteck">
            <a:extLst>
              <a:ext uri="{FF2B5EF4-FFF2-40B4-BE49-F238E27FC236}">
                <a16:creationId xmlns:a16="http://schemas.microsoft.com/office/drawing/2014/main" id="{6EF99C51-7959-92EA-E113-F842E8D0A1CD}"/>
              </a:ext>
            </a:extLst>
          </p:cNvPr>
          <p:cNvSpPr/>
          <p:nvPr userDrawn="1"/>
        </p:nvSpPr>
        <p:spPr>
          <a:xfrm>
            <a:off x="-1008" y="10074305"/>
            <a:ext cx="24384000" cy="3122215"/>
          </a:xfrm>
          <a:prstGeom prst="rect">
            <a:avLst/>
          </a:prstGeom>
          <a:solidFill>
            <a:schemeClr val="accent3">
              <a:lumOff val="44000"/>
              <a:alpha val="85000"/>
            </a:schemeClr>
          </a:solidFill>
          <a:ln w="12700">
            <a:miter lim="400000"/>
          </a:ln>
        </p:spPr>
        <p:txBody>
          <a:bodyPr tIns="91439" bIns="91439" anchor="ctr"/>
          <a:lstStyle/>
          <a:p>
            <a:pPr>
              <a:defRPr sz="1800">
                <a:latin typeface="+mn-lt"/>
                <a:ea typeface="+mn-ea"/>
                <a:cs typeface="+mn-cs"/>
                <a:sym typeface="Arial"/>
              </a:defRPr>
            </a:pPr>
            <a:endParaRPr/>
          </a:p>
        </p:txBody>
      </p:sp>
      <p:sp>
        <p:nvSpPr>
          <p:cNvPr id="9" name="Fullnames Presenters | Fachgebiet Service-centric Networking | TU Berlin &amp; Telekom Innovation Laboratories">
            <a:extLst>
              <a:ext uri="{FF2B5EF4-FFF2-40B4-BE49-F238E27FC236}">
                <a16:creationId xmlns:a16="http://schemas.microsoft.com/office/drawing/2014/main" id="{76E121E6-997B-D1E6-EFF2-069D55B99623}"/>
              </a:ext>
            </a:extLst>
          </p:cNvPr>
          <p:cNvSpPr txBox="1"/>
          <p:nvPr userDrawn="1"/>
        </p:nvSpPr>
        <p:spPr>
          <a:xfrm>
            <a:off x="817528" y="12063316"/>
            <a:ext cx="15311753" cy="10287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127000" tIns="127000" rIns="127000" bIns="127000" anchor="ctr"/>
          <a:lstStyle/>
          <a:p>
            <a:pPr algn="l" defTabSz="1828800">
              <a:lnSpc>
                <a:spcPts val="2400"/>
              </a:lnSpc>
              <a:defRPr sz="2400"/>
            </a:pPr>
            <a:endParaRPr lang="en-US" dirty="0">
              <a:uFill>
                <a:solidFill>
                  <a:schemeClr val="accent1"/>
                </a:solidFill>
              </a:uFill>
              <a:latin typeface="Arial" panose="020B0604020202020204" pitchFamily="34" charset="0"/>
              <a:cs typeface="Arial" panose="020B0604020202020204" pitchFamily="34" charset="0"/>
            </a:endParaRPr>
          </a:p>
          <a:p>
            <a:pPr algn="l" defTabSz="1828800">
              <a:lnSpc>
                <a:spcPts val="2400"/>
              </a:lnSpc>
              <a:defRPr sz="2400"/>
            </a:pPr>
            <a:r>
              <a:rPr lang="en-US" dirty="0">
                <a:uFill>
                  <a:solidFill>
                    <a:schemeClr val="accent1"/>
                  </a:solidFill>
                </a:uFill>
                <a:latin typeface="Arial" panose="020B0604020202020204" pitchFamily="34" charset="0"/>
                <a:cs typeface="Arial" panose="020B0604020202020204" pitchFamily="34" charset="0"/>
              </a:rPr>
              <a:t>Chair of </a:t>
            </a:r>
            <a:r>
              <a:rPr i="1" dirty="0">
                <a:uFill>
                  <a:solidFill>
                    <a:schemeClr val="accent1"/>
                  </a:solidFill>
                </a:uFill>
                <a:latin typeface="Arial" panose="020B0604020202020204" pitchFamily="34" charset="0"/>
                <a:cs typeface="Arial" panose="020B0604020202020204" pitchFamily="34" charset="0"/>
              </a:rPr>
              <a:t>Service-centric Networking </a:t>
            </a:r>
            <a:r>
              <a:rPr lang="de-DE" i="1" dirty="0">
                <a:uFill>
                  <a:solidFill>
                    <a:schemeClr val="accent1"/>
                  </a:solidFill>
                </a:uFill>
                <a:latin typeface="Arial" panose="020B0604020202020204" pitchFamily="34" charset="0"/>
                <a:cs typeface="Arial" panose="020B0604020202020204" pitchFamily="34" charset="0"/>
              </a:rPr>
              <a:t>|</a:t>
            </a:r>
            <a:r>
              <a:rPr i="1" dirty="0">
                <a:uFill>
                  <a:solidFill>
                    <a:schemeClr val="accent1"/>
                  </a:solidFill>
                </a:uFill>
                <a:latin typeface="Arial" panose="020B0604020202020204" pitchFamily="34" charset="0"/>
                <a:cs typeface="Arial" panose="020B0604020202020204" pitchFamily="34" charset="0"/>
              </a:rPr>
              <a:t> </a:t>
            </a:r>
            <a:r>
              <a:rPr dirty="0">
                <a:uFill>
                  <a:solidFill>
                    <a:schemeClr val="accent1"/>
                  </a:solidFill>
                </a:uFill>
                <a:latin typeface="Arial" panose="020B0604020202020204" pitchFamily="34" charset="0"/>
                <a:cs typeface="Arial" panose="020B0604020202020204" pitchFamily="34" charset="0"/>
              </a:rPr>
              <a:t>TU Berlin &amp; Telekom Innovation Laboratories</a:t>
            </a:r>
          </a:p>
        </p:txBody>
      </p:sp>
      <p:sp>
        <p:nvSpPr>
          <p:cNvPr id="6" name="Text Placeholder 5">
            <a:extLst>
              <a:ext uri="{FF2B5EF4-FFF2-40B4-BE49-F238E27FC236}">
                <a16:creationId xmlns:a16="http://schemas.microsoft.com/office/drawing/2014/main" id="{1959523F-5426-6CD6-CD8A-B15D50B9120B}"/>
              </a:ext>
            </a:extLst>
          </p:cNvPr>
          <p:cNvSpPr>
            <a:spLocks noGrp="1"/>
          </p:cNvSpPr>
          <p:nvPr>
            <p:ph type="body" sz="quarter" idx="10" hasCustomPrompt="1"/>
          </p:nvPr>
        </p:nvSpPr>
        <p:spPr>
          <a:xfrm>
            <a:off x="915687" y="10388174"/>
            <a:ext cx="22428341" cy="632100"/>
          </a:xfrm>
          <a:prstGeom prst="rect">
            <a:avLst/>
          </a:prstGeom>
        </p:spPr>
        <p:txBody>
          <a:bodyPr wrap="square" lIns="0" anchor="ctr"/>
          <a:lstStyle>
            <a:lvl1pPr>
              <a:lnSpc>
                <a:spcPct val="100000"/>
              </a:lnSpc>
              <a:defRPr sz="4600" b="1" cap="all" baseline="0">
                <a:solidFill>
                  <a:srgbClr val="C00000"/>
                </a:solidFill>
              </a:defRPr>
            </a:lvl1pPr>
            <a:lvl5pPr marL="1828800" indent="0" algn="l">
              <a:lnSpc>
                <a:spcPct val="100000"/>
              </a:lnSpc>
              <a:buNone/>
              <a:defRPr sz="4600" b="1" i="0" cap="all" spc="0" normalizeH="0" baseline="0">
                <a:solidFill>
                  <a:srgbClr val="C00000"/>
                </a:solidFill>
              </a:defRPr>
            </a:lvl5pPr>
          </a:lstStyle>
          <a:p>
            <a:pPr lvl="0"/>
            <a:r>
              <a:rPr lang="en-US" dirty="0"/>
              <a:t>TITLE of the presentation</a:t>
            </a:r>
          </a:p>
        </p:txBody>
      </p:sp>
      <p:sp>
        <p:nvSpPr>
          <p:cNvPr id="2" name="Text Placeholder 5">
            <a:extLst>
              <a:ext uri="{FF2B5EF4-FFF2-40B4-BE49-F238E27FC236}">
                <a16:creationId xmlns:a16="http://schemas.microsoft.com/office/drawing/2014/main" id="{36F93D00-9752-1230-0D6A-F3649F601A7D}"/>
              </a:ext>
            </a:extLst>
          </p:cNvPr>
          <p:cNvSpPr>
            <a:spLocks noGrp="1"/>
          </p:cNvSpPr>
          <p:nvPr>
            <p:ph type="body" sz="quarter" idx="11" hasCustomPrompt="1"/>
          </p:nvPr>
        </p:nvSpPr>
        <p:spPr>
          <a:xfrm>
            <a:off x="915687" y="11086159"/>
            <a:ext cx="22428341" cy="632100"/>
          </a:xfrm>
          <a:prstGeom prst="rect">
            <a:avLst/>
          </a:prstGeom>
        </p:spPr>
        <p:txBody>
          <a:bodyPr wrap="square" lIns="0" anchor="ctr"/>
          <a:lstStyle>
            <a:lvl1pPr>
              <a:lnSpc>
                <a:spcPct val="100000"/>
              </a:lnSpc>
              <a:defRPr sz="4400" b="0" cap="all" baseline="0">
                <a:solidFill>
                  <a:srgbClr val="C00000"/>
                </a:solidFill>
              </a:defRPr>
            </a:lvl1pPr>
            <a:lvl5pPr marL="1828800" indent="0" algn="l">
              <a:lnSpc>
                <a:spcPct val="100000"/>
              </a:lnSpc>
              <a:buNone/>
              <a:defRPr sz="4600" b="1" i="0" cap="all" spc="0" normalizeH="0" baseline="0">
                <a:solidFill>
                  <a:srgbClr val="C00000"/>
                </a:solidFill>
              </a:defRPr>
            </a:lvl5pPr>
          </a:lstStyle>
          <a:p>
            <a:pPr lvl="0"/>
            <a:r>
              <a:rPr lang="en-US" dirty="0" err="1"/>
              <a:t>SubTITLE</a:t>
            </a:r>
            <a:r>
              <a:rPr lang="en-US" dirty="0"/>
              <a:t> of the PRESENTATION</a:t>
            </a:r>
          </a:p>
        </p:txBody>
      </p:sp>
      <p:sp>
        <p:nvSpPr>
          <p:cNvPr id="4" name="AutoShape 2">
            <a:extLst>
              <a:ext uri="{FF2B5EF4-FFF2-40B4-BE49-F238E27FC236}">
                <a16:creationId xmlns:a16="http://schemas.microsoft.com/office/drawing/2014/main" id="{8B358AC6-5E4B-88B4-8D99-93F6A171F1C9}"/>
              </a:ext>
            </a:extLst>
          </p:cNvPr>
          <p:cNvSpPr>
            <a:spLocks noChangeAspect="1" noChangeArrowheads="1"/>
          </p:cNvSpPr>
          <p:nvPr userDrawn="1"/>
        </p:nvSpPr>
        <p:spPr bwMode="auto">
          <a:xfrm>
            <a:off x="12026537" y="6705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DE"/>
          </a:p>
        </p:txBody>
      </p:sp>
      <p:pic>
        <p:nvPicPr>
          <p:cNvPr id="14" name="Graphic 13">
            <a:extLst>
              <a:ext uri="{FF2B5EF4-FFF2-40B4-BE49-F238E27FC236}">
                <a16:creationId xmlns:a16="http://schemas.microsoft.com/office/drawing/2014/main" id="{909FD1C2-C40F-A957-B0C5-281D2FDBBBA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6769195" y="12212096"/>
            <a:ext cx="6979077" cy="788719"/>
          </a:xfrm>
          <a:prstGeom prst="rect">
            <a:avLst/>
          </a:prstGeom>
        </p:spPr>
      </p:pic>
    </p:spTree>
    <p:extLst>
      <p:ext uri="{BB962C8B-B14F-4D97-AF65-F5344CB8AC3E}">
        <p14:creationId xmlns:p14="http://schemas.microsoft.com/office/powerpoint/2010/main" val="3556940881"/>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ternalLayout_2:1">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D504838-D1C7-1168-2B75-D61E88458050}"/>
              </a:ext>
            </a:extLst>
          </p:cNvPr>
          <p:cNvSpPr>
            <a:spLocks noGrp="1"/>
          </p:cNvSpPr>
          <p:nvPr>
            <p:ph type="body" sz="quarter" idx="10" hasCustomPrompt="1"/>
          </p:nvPr>
        </p:nvSpPr>
        <p:spPr>
          <a:xfrm>
            <a:off x="1555994" y="12796687"/>
            <a:ext cx="19190677" cy="364992"/>
          </a:xfrm>
          <a:prstGeom prst="rect">
            <a:avLst/>
          </a:prstGeom>
        </p:spPr>
        <p:txBody>
          <a:bodyPr anchor="t"/>
          <a:lstStyle>
            <a:lvl1pPr algn="l">
              <a:lnSpc>
                <a:spcPct val="100000"/>
              </a:lnSpc>
              <a:defRPr sz="2400">
                <a:solidFill>
                  <a:schemeClr val="tx1">
                    <a:lumMod val="50000"/>
                    <a:lumOff val="50000"/>
                  </a:schemeClr>
                </a:solidFill>
              </a:defRPr>
            </a:lvl1pPr>
          </a:lstStyle>
          <a:p>
            <a:pPr marL="342900" marR="0" lvl="0" indent="-342900" algn="l" defTabSz="914400" rtl="0" eaLnBrk="1" fontAlgn="auto" latinLnBrk="0" hangingPunct="1">
              <a:lnSpc>
                <a:spcPts val="2200"/>
              </a:lnSpc>
              <a:spcBef>
                <a:spcPts val="0"/>
              </a:spcBef>
              <a:spcAft>
                <a:spcPts val="0"/>
              </a:spcAft>
              <a:buClrTx/>
              <a:buSzTx/>
              <a:buFontTx/>
              <a:buNone/>
              <a:tabLst/>
              <a:defRPr/>
            </a:pPr>
            <a:r>
              <a:rPr lang="en-US" b="1">
                <a:solidFill>
                  <a:srgbClr val="C00000"/>
                </a:solidFill>
                <a:latin typeface="Arial" panose="020B0604020202020204" pitchFamily="34" charset="0"/>
                <a:cs typeface="Arial" panose="020B0604020202020204" pitchFamily="34" charset="0"/>
              </a:rPr>
              <a:t>INTRODUCTION</a:t>
            </a:r>
            <a:r>
              <a:rPr lang="en-US" b="0">
                <a:latin typeface="Arial" panose="020B0604020202020204" pitchFamily="34" charset="0"/>
                <a:cs typeface="Arial" panose="020B0604020202020204" pitchFamily="34" charset="0"/>
              </a:rPr>
              <a:t> | RELATED WORK | METHODOLOGY | RESULTS | DISCUSSION</a:t>
            </a:r>
          </a:p>
        </p:txBody>
      </p:sp>
      <p:sp>
        <p:nvSpPr>
          <p:cNvPr id="18" name="Text Placeholder 17">
            <a:extLst>
              <a:ext uri="{FF2B5EF4-FFF2-40B4-BE49-F238E27FC236}">
                <a16:creationId xmlns:a16="http://schemas.microsoft.com/office/drawing/2014/main" id="{BBEFCBB8-4A2A-9A13-4137-3E6A74815108}"/>
              </a:ext>
            </a:extLst>
          </p:cNvPr>
          <p:cNvSpPr>
            <a:spLocks noGrp="1"/>
          </p:cNvSpPr>
          <p:nvPr>
            <p:ph type="body" sz="quarter" idx="13" hasCustomPrompt="1"/>
          </p:nvPr>
        </p:nvSpPr>
        <p:spPr>
          <a:xfrm>
            <a:off x="850900" y="457201"/>
            <a:ext cx="18378488" cy="735496"/>
          </a:xfrm>
          <a:prstGeom prst="rect">
            <a:avLst/>
          </a:prstGeom>
        </p:spPr>
        <p:txBody>
          <a:bodyPr tIns="0" bIns="0"/>
          <a:lstStyle>
            <a:lvl1pPr>
              <a:lnSpc>
                <a:spcPct val="100000"/>
              </a:lnSpc>
              <a:defRPr sz="5400" b="1" cap="all" baseline="0">
                <a:solidFill>
                  <a:srgbClr val="C00000"/>
                </a:solidFill>
              </a:defRPr>
            </a:lvl1pPr>
          </a:lstStyle>
          <a:p>
            <a:pPr lvl="0"/>
            <a:r>
              <a:rPr lang="en-US" dirty="0"/>
              <a:t>TITLE</a:t>
            </a:r>
          </a:p>
        </p:txBody>
      </p:sp>
      <p:sp>
        <p:nvSpPr>
          <p:cNvPr id="19" name="Text Placeholder 17">
            <a:extLst>
              <a:ext uri="{FF2B5EF4-FFF2-40B4-BE49-F238E27FC236}">
                <a16:creationId xmlns:a16="http://schemas.microsoft.com/office/drawing/2014/main" id="{EE7E1D61-AF4C-7431-5232-E914EF650140}"/>
              </a:ext>
            </a:extLst>
          </p:cNvPr>
          <p:cNvSpPr>
            <a:spLocks noGrp="1"/>
          </p:cNvSpPr>
          <p:nvPr>
            <p:ph type="body" sz="quarter" idx="14" hasCustomPrompt="1"/>
          </p:nvPr>
        </p:nvSpPr>
        <p:spPr>
          <a:xfrm>
            <a:off x="846192" y="1236462"/>
            <a:ext cx="18383196" cy="735496"/>
          </a:xfrm>
          <a:prstGeom prst="rect">
            <a:avLst/>
          </a:prstGeom>
        </p:spPr>
        <p:txBody>
          <a:bodyPr tIns="0" bIns="0"/>
          <a:lstStyle>
            <a:lvl1pPr>
              <a:lnSpc>
                <a:spcPct val="100000"/>
              </a:lnSpc>
              <a:defRPr sz="5000" cap="all" baseline="0">
                <a:solidFill>
                  <a:srgbClr val="C00000"/>
                </a:solidFill>
              </a:defRPr>
            </a:lvl1pPr>
          </a:lstStyle>
          <a:p>
            <a:pPr lvl="0"/>
            <a:r>
              <a:rPr lang="en-US" dirty="0"/>
              <a:t>SUBTITLE</a:t>
            </a:r>
          </a:p>
        </p:txBody>
      </p:sp>
      <p:sp>
        <p:nvSpPr>
          <p:cNvPr id="3" name="Slide Number Placeholder 3">
            <a:extLst>
              <a:ext uri="{FF2B5EF4-FFF2-40B4-BE49-F238E27FC236}">
                <a16:creationId xmlns:a16="http://schemas.microsoft.com/office/drawing/2014/main" id="{C819495A-E620-637C-784B-9033FA1558C1}"/>
              </a:ext>
            </a:extLst>
          </p:cNvPr>
          <p:cNvSpPr>
            <a:spLocks noGrp="1"/>
          </p:cNvSpPr>
          <p:nvPr>
            <p:ph type="sldNum" sz="quarter" idx="4"/>
          </p:nvPr>
        </p:nvSpPr>
        <p:spPr>
          <a:xfrm>
            <a:off x="842057" y="12779894"/>
            <a:ext cx="597878" cy="500673"/>
          </a:xfrm>
          <a:prstGeom prst="rect">
            <a:avLst/>
          </a:prstGeom>
        </p:spPr>
        <p:txBody>
          <a:bodyPr vert="horz" lIns="91440" tIns="45720" rIns="91440" bIns="45720" rtlCol="0" anchor="ctr"/>
          <a:lstStyle>
            <a:lvl1pPr algn="ctr">
              <a:defRPr sz="2400" b="1" i="0" baseline="0">
                <a:solidFill>
                  <a:schemeClr val="bg1"/>
                </a:solidFill>
                <a:latin typeface="+mn-lt"/>
              </a:defRPr>
            </a:lvl1pPr>
          </a:lstStyle>
          <a:p>
            <a:fld id="{E31FE766-8BCB-894C-B905-DBEABB5BAB6A}" type="slidenum">
              <a:rPr lang="en-US" smtClean="0"/>
              <a:pPr/>
              <a:t>‹Nr.›</a:t>
            </a:fld>
            <a:endParaRPr lang="en-US"/>
          </a:p>
        </p:txBody>
      </p:sp>
      <p:sp>
        <p:nvSpPr>
          <p:cNvPr id="2" name="Text Placeholder 17">
            <a:extLst>
              <a:ext uri="{FF2B5EF4-FFF2-40B4-BE49-F238E27FC236}">
                <a16:creationId xmlns:a16="http://schemas.microsoft.com/office/drawing/2014/main" id="{BC5A01AB-FC19-3FB5-DD96-73F485AB612C}"/>
              </a:ext>
            </a:extLst>
          </p:cNvPr>
          <p:cNvSpPr>
            <a:spLocks noGrp="1"/>
          </p:cNvSpPr>
          <p:nvPr>
            <p:ph type="body" sz="quarter" idx="15" hasCustomPrompt="1"/>
          </p:nvPr>
        </p:nvSpPr>
        <p:spPr>
          <a:xfrm>
            <a:off x="850900" y="2981739"/>
            <a:ext cx="18383196" cy="9352027"/>
          </a:xfrm>
          <a:prstGeom prst="rect">
            <a:avLst/>
          </a:prstGeom>
        </p:spPr>
        <p:txBody>
          <a:bodyPr>
            <a:noAutofit/>
          </a:bodyPr>
          <a:lstStyle>
            <a:lvl1pPr marL="457200" indent="-324000">
              <a:lnSpc>
                <a:spcPct val="110000"/>
              </a:lnSpc>
              <a:buFont typeface="Wingdings" panose="05000000000000000000" pitchFamily="2" charset="2"/>
              <a:buChar char="§"/>
              <a:defRPr sz="3200" cap="none" baseline="0">
                <a:solidFill>
                  <a:schemeClr val="tx1"/>
                </a:solidFill>
              </a:defRPr>
            </a:lvl1pPr>
            <a:lvl2pPr marL="864000" indent="-324000">
              <a:lnSpc>
                <a:spcPct val="110000"/>
              </a:lnSpc>
              <a:buFont typeface="Courier New" panose="02070309020205020404" pitchFamily="49" charset="0"/>
              <a:buChar char="o"/>
              <a:defRPr sz="3200"/>
            </a:lvl2pPr>
            <a:lvl3pPr marL="1296000" indent="-324000">
              <a:lnSpc>
                <a:spcPct val="110000"/>
              </a:lnSpc>
              <a:defRPr sz="3200"/>
            </a:lvl3pPr>
          </a:lstStyle>
          <a:p>
            <a:pPr lvl="0"/>
            <a:r>
              <a:rPr lang="en-US" dirty="0"/>
              <a:t>Text tier 1</a:t>
            </a:r>
          </a:p>
          <a:p>
            <a:pPr lvl="1"/>
            <a:r>
              <a:rPr lang="en-US" dirty="0"/>
              <a:t>Text tier 2</a:t>
            </a:r>
          </a:p>
          <a:p>
            <a:pPr lvl="2"/>
            <a:r>
              <a:rPr lang="en-US" dirty="0"/>
              <a:t>Text tier 3</a:t>
            </a:r>
          </a:p>
          <a:p>
            <a:pPr lvl="2"/>
            <a:endParaRPr lang="en-US" dirty="0"/>
          </a:p>
        </p:txBody>
      </p:sp>
    </p:spTree>
    <p:extLst>
      <p:ext uri="{BB962C8B-B14F-4D97-AF65-F5344CB8AC3E}">
        <p14:creationId xmlns:p14="http://schemas.microsoft.com/office/powerpoint/2010/main" val="187715172"/>
      </p:ext>
    </p:extLst>
  </p:cSld>
  <p:clrMapOvr>
    <a:masterClrMapping/>
  </p:clrMapOvr>
  <p:transition spd="med"/>
  <p:extLst>
    <p:ext uri="{DCECCB84-F9BA-43D5-87BE-67443E8EF086}">
      <p15:sldGuideLst xmlns:p15="http://schemas.microsoft.com/office/powerpoint/2012/main">
        <p15:guide id="1" pos="10175" userDrawn="1">
          <p15:clr>
            <a:srgbClr val="FBAE40"/>
          </p15:clr>
        </p15:guide>
        <p15:guide id="2" pos="972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FinalSlide">
    <p:spTree>
      <p:nvGrpSpPr>
        <p:cNvPr id="1" name=""/>
        <p:cNvGrpSpPr/>
        <p:nvPr/>
      </p:nvGrpSpPr>
      <p:grpSpPr>
        <a:xfrm>
          <a:off x="0" y="0"/>
          <a:ext cx="0" cy="0"/>
          <a:chOff x="0" y="0"/>
          <a:chExt cx="0" cy="0"/>
        </a:xfrm>
      </p:grpSpPr>
      <p:sp>
        <p:nvSpPr>
          <p:cNvPr id="44" name="Foliennummer"/>
          <p:cNvSpPr txBox="1">
            <a:spLocks noGrp="1"/>
          </p:cNvSpPr>
          <p:nvPr>
            <p:ph type="sldNum" sz="quarter" idx="2"/>
          </p:nvPr>
        </p:nvSpPr>
        <p:spPr>
          <a:xfrm>
            <a:off x="16154400" y="12712700"/>
            <a:ext cx="4267200" cy="736600"/>
          </a:xfrm>
          <a:prstGeom prst="rect">
            <a:avLst/>
          </a:prstGeom>
        </p:spPr>
        <p:txBody>
          <a:bodyPr lIns="0" tIns="0" rIns="0" bIns="0"/>
          <a:lstStyle>
            <a:lvl1pPr algn="l">
              <a:defRPr sz="3200" b="0">
                <a:solidFill>
                  <a:srgbClr val="000000"/>
                </a:solidFill>
                <a:latin typeface="+mn-lt"/>
                <a:ea typeface="+mn-ea"/>
                <a:cs typeface="+mn-cs"/>
                <a:sym typeface="Arial"/>
              </a:defRPr>
            </a:lvl1pPr>
          </a:lstStyle>
          <a:p>
            <a:fld id="{86CB4B4D-7CA3-9044-876B-883B54F8677D}" type="slidenum">
              <a:t>‹Nr.›</a:t>
            </a:fld>
            <a:endParaRPr/>
          </a:p>
        </p:txBody>
      </p:sp>
      <p:pic>
        <p:nvPicPr>
          <p:cNvPr id="3" name="Picture 2" descr="A city at night with lights&#10;&#10;AI-generated content may be incorrect.">
            <a:extLst>
              <a:ext uri="{FF2B5EF4-FFF2-40B4-BE49-F238E27FC236}">
                <a16:creationId xmlns:a16="http://schemas.microsoft.com/office/drawing/2014/main" id="{0FCEDEC8-90A3-2C72-C78F-285F23CADE1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24371945" cy="13716000"/>
          </a:xfrm>
          <a:prstGeom prst="rect">
            <a:avLst/>
          </a:prstGeom>
        </p:spPr>
      </p:pic>
      <p:sp>
        <p:nvSpPr>
          <p:cNvPr id="2" name="Rechteck">
            <a:extLst>
              <a:ext uri="{FF2B5EF4-FFF2-40B4-BE49-F238E27FC236}">
                <a16:creationId xmlns:a16="http://schemas.microsoft.com/office/drawing/2014/main" id="{B63CB387-F942-5482-D589-F9C1AAEF4AA9}"/>
              </a:ext>
            </a:extLst>
          </p:cNvPr>
          <p:cNvSpPr/>
          <p:nvPr userDrawn="1"/>
        </p:nvSpPr>
        <p:spPr>
          <a:xfrm>
            <a:off x="15421769" y="0"/>
            <a:ext cx="8950176" cy="13716000"/>
          </a:xfrm>
          <a:prstGeom prst="rect">
            <a:avLst/>
          </a:prstGeom>
          <a:solidFill>
            <a:schemeClr val="accent3">
              <a:lumOff val="44000"/>
              <a:alpha val="85000"/>
            </a:schemeClr>
          </a:solidFill>
          <a:ln w="12700">
            <a:miter lim="400000"/>
          </a:ln>
        </p:spPr>
        <p:txBody>
          <a:bodyPr tIns="91439" bIns="91439" anchor="ctr">
            <a:prstTxWarp prst="textArchUp">
              <a:avLst>
                <a:gd name="adj" fmla="val 10751126"/>
              </a:avLst>
            </a:prstTxWarp>
            <a:scene3d>
              <a:camera prst="isometricRightUp"/>
              <a:lightRig rig="threePt" dir="t"/>
            </a:scene3d>
          </a:bodyPr>
          <a:lstStyle/>
          <a:p>
            <a:pPr>
              <a:lnSpc>
                <a:spcPct val="150000"/>
              </a:lnSpc>
              <a:defRPr sz="1800">
                <a:latin typeface="+mn-lt"/>
                <a:ea typeface="+mn-ea"/>
                <a:cs typeface="+mn-cs"/>
                <a:sym typeface="Arial"/>
              </a:defRPr>
            </a:pPr>
            <a:endParaRPr/>
          </a:p>
        </p:txBody>
      </p:sp>
      <p:sp>
        <p:nvSpPr>
          <p:cNvPr id="7" name="TextBox 6">
            <a:extLst>
              <a:ext uri="{FF2B5EF4-FFF2-40B4-BE49-F238E27FC236}">
                <a16:creationId xmlns:a16="http://schemas.microsoft.com/office/drawing/2014/main" id="{44E432C9-C20A-3CF8-6E23-41B1EE6319E2}"/>
              </a:ext>
            </a:extLst>
          </p:cNvPr>
          <p:cNvSpPr txBox="1"/>
          <p:nvPr userDrawn="1"/>
        </p:nvSpPr>
        <p:spPr>
          <a:xfrm>
            <a:off x="15880176" y="1556658"/>
            <a:ext cx="8190117" cy="110799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6000" b="0" i="0" u="none" strike="noStrike" cap="none" spc="0" normalizeH="0" baseline="0" dirty="0">
                <a:ln>
                  <a:noFill/>
                </a:ln>
                <a:solidFill>
                  <a:srgbClr val="C00000"/>
                </a:solidFill>
                <a:effectLst/>
                <a:uFill>
                  <a:solidFill>
                    <a:srgbClr val="000000"/>
                  </a:solidFill>
                </a:uFill>
                <a:latin typeface="+mn-lt"/>
                <a:ea typeface="+mj-ea"/>
                <a:cs typeface="+mj-cs"/>
                <a:sym typeface="Helvetica"/>
              </a:rPr>
              <a:t>Questions?</a:t>
            </a:r>
          </a:p>
        </p:txBody>
      </p:sp>
      <p:pic>
        <p:nvPicPr>
          <p:cNvPr id="14" name="Graphic 13">
            <a:extLst>
              <a:ext uri="{FF2B5EF4-FFF2-40B4-BE49-F238E27FC236}">
                <a16:creationId xmlns:a16="http://schemas.microsoft.com/office/drawing/2014/main" id="{084C89FE-A5CE-78BA-54F7-D402942395E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6769195" y="12212096"/>
            <a:ext cx="6979077" cy="788719"/>
          </a:xfrm>
          <a:prstGeom prst="rect">
            <a:avLst/>
          </a:prstGeom>
        </p:spPr>
      </p:pic>
    </p:spTree>
    <p:extLst>
      <p:ext uri="{BB962C8B-B14F-4D97-AF65-F5344CB8AC3E}">
        <p14:creationId xmlns:p14="http://schemas.microsoft.com/office/powerpoint/2010/main" val="2114819715"/>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InternalLayout_2:1">
  <p:cSld name="1_InternalLayout_2:1">
    <p:spTree>
      <p:nvGrpSpPr>
        <p:cNvPr id="1" name="Shape 22"/>
        <p:cNvGrpSpPr/>
        <p:nvPr/>
      </p:nvGrpSpPr>
      <p:grpSpPr>
        <a:xfrm>
          <a:off x="0" y="0"/>
          <a:ext cx="0" cy="0"/>
          <a:chOff x="0" y="0"/>
          <a:chExt cx="0" cy="0"/>
        </a:xfrm>
      </p:grpSpPr>
      <p:sp>
        <p:nvSpPr>
          <p:cNvPr id="23" name="Google Shape;23;p3"/>
          <p:cNvSpPr txBox="1">
            <a:spLocks noGrp="1"/>
          </p:cNvSpPr>
          <p:nvPr>
            <p:ph type="body" idx="1"/>
          </p:nvPr>
        </p:nvSpPr>
        <p:spPr>
          <a:xfrm>
            <a:off x="1555995" y="12796688"/>
            <a:ext cx="19190400" cy="364800"/>
          </a:xfrm>
          <a:prstGeom prst="rect">
            <a:avLst/>
          </a:prstGeom>
          <a:noFill/>
          <a:ln>
            <a:noFill/>
          </a:ln>
        </p:spPr>
        <p:txBody>
          <a:bodyPr spcFirstLastPara="1" wrap="square" lIns="34275" tIns="17150" rIns="34275" bIns="17150" anchor="t" anchorCtr="0">
            <a:noAutofit/>
          </a:bodyPr>
          <a:lstStyle>
            <a:lvl1pPr marL="1219215" marR="0" lvl="0" indent="-609608" algn="l" rtl="0">
              <a:lnSpc>
                <a:spcPct val="100000"/>
              </a:lnSpc>
              <a:spcBef>
                <a:spcPts val="0"/>
              </a:spcBef>
              <a:spcAft>
                <a:spcPts val="0"/>
              </a:spcAft>
              <a:buClr>
                <a:srgbClr val="7F7F7F"/>
              </a:buClr>
              <a:buSzPts val="900"/>
              <a:buFont typeface="Arial"/>
              <a:buNone/>
              <a:defRPr sz="2400" b="0" i="0" u="none" strike="noStrike" cap="none">
                <a:solidFill>
                  <a:srgbClr val="7F7F7F"/>
                </a:solidFill>
                <a:latin typeface="Arial"/>
                <a:ea typeface="Arial"/>
                <a:cs typeface="Arial"/>
                <a:sym typeface="Arial"/>
              </a:defRPr>
            </a:lvl1pPr>
            <a:lvl2pPr marL="2438430" marR="0" lvl="1" indent="-762010" algn="l" rtl="0">
              <a:lnSpc>
                <a:spcPct val="91666"/>
              </a:lnSpc>
              <a:spcBef>
                <a:spcPts val="0"/>
              </a:spcBef>
              <a:spcAft>
                <a:spcPts val="0"/>
              </a:spcAft>
              <a:buClr>
                <a:srgbClr val="000000"/>
              </a:buClr>
              <a:buSzPts val="900"/>
              <a:buFont typeface="Arial"/>
              <a:buChar char="–"/>
              <a:defRPr sz="2400" b="0" i="0" u="none" strike="noStrike" cap="none">
                <a:solidFill>
                  <a:srgbClr val="000000"/>
                </a:solidFill>
                <a:latin typeface="Arial"/>
                <a:ea typeface="Arial"/>
                <a:cs typeface="Arial"/>
                <a:sym typeface="Arial"/>
              </a:defRPr>
            </a:lvl2pPr>
            <a:lvl3pPr marL="3657646" marR="0" lvl="2" indent="-762010" algn="l" rtl="0">
              <a:lnSpc>
                <a:spcPct val="91666"/>
              </a:lnSpc>
              <a:spcBef>
                <a:spcPts val="0"/>
              </a:spcBef>
              <a:spcAft>
                <a:spcPts val="0"/>
              </a:spcAft>
              <a:buClr>
                <a:srgbClr val="000000"/>
              </a:buClr>
              <a:buSzPts val="900"/>
              <a:buFont typeface="Arial"/>
              <a:buChar char="•"/>
              <a:defRPr sz="2400" b="0" i="0" u="none" strike="noStrike" cap="none">
                <a:solidFill>
                  <a:srgbClr val="000000"/>
                </a:solidFill>
                <a:latin typeface="Arial"/>
                <a:ea typeface="Arial"/>
                <a:cs typeface="Arial"/>
                <a:sym typeface="Arial"/>
              </a:defRPr>
            </a:lvl3pPr>
            <a:lvl4pPr marL="4876861" marR="0" lvl="3" indent="-762010" algn="l" rtl="0">
              <a:lnSpc>
                <a:spcPct val="91666"/>
              </a:lnSpc>
              <a:spcBef>
                <a:spcPts val="0"/>
              </a:spcBef>
              <a:spcAft>
                <a:spcPts val="0"/>
              </a:spcAft>
              <a:buClr>
                <a:srgbClr val="000000"/>
              </a:buClr>
              <a:buSzPts val="900"/>
              <a:buFont typeface="Arial"/>
              <a:buChar char="–"/>
              <a:defRPr sz="2400" b="0" i="0" u="none" strike="noStrike" cap="none">
                <a:solidFill>
                  <a:srgbClr val="000000"/>
                </a:solidFill>
                <a:latin typeface="Arial"/>
                <a:ea typeface="Arial"/>
                <a:cs typeface="Arial"/>
                <a:sym typeface="Arial"/>
              </a:defRPr>
            </a:lvl4pPr>
            <a:lvl5pPr marL="6096076" marR="0" lvl="4" indent="-762010" algn="l" rtl="0">
              <a:lnSpc>
                <a:spcPct val="91666"/>
              </a:lnSpc>
              <a:spcBef>
                <a:spcPts val="0"/>
              </a:spcBef>
              <a:spcAft>
                <a:spcPts val="0"/>
              </a:spcAft>
              <a:buClr>
                <a:srgbClr val="000000"/>
              </a:buClr>
              <a:buSzPts val="900"/>
              <a:buFont typeface="Arial"/>
              <a:buChar char="»"/>
              <a:defRPr sz="2400" b="0" i="0" u="none" strike="noStrike" cap="none">
                <a:solidFill>
                  <a:srgbClr val="000000"/>
                </a:solidFill>
                <a:latin typeface="Arial"/>
                <a:ea typeface="Arial"/>
                <a:cs typeface="Arial"/>
                <a:sym typeface="Arial"/>
              </a:defRPr>
            </a:lvl5pPr>
            <a:lvl6pPr marL="7315291" marR="0" lvl="5" indent="-762010" algn="l" rtl="0">
              <a:lnSpc>
                <a:spcPct val="91666"/>
              </a:lnSpc>
              <a:spcBef>
                <a:spcPts val="0"/>
              </a:spcBef>
              <a:spcAft>
                <a:spcPts val="0"/>
              </a:spcAft>
              <a:buClr>
                <a:srgbClr val="000000"/>
              </a:buClr>
              <a:buSzPts val="900"/>
              <a:buFont typeface="Arial"/>
              <a:buChar char="•"/>
              <a:defRPr sz="2400" b="0" i="0" u="none" strike="noStrike" cap="none">
                <a:solidFill>
                  <a:srgbClr val="000000"/>
                </a:solidFill>
                <a:latin typeface="Arial"/>
                <a:ea typeface="Arial"/>
                <a:cs typeface="Arial"/>
                <a:sym typeface="Arial"/>
              </a:defRPr>
            </a:lvl6pPr>
            <a:lvl7pPr marL="8534507" marR="0" lvl="6" indent="-762010" algn="l" rtl="0">
              <a:lnSpc>
                <a:spcPct val="91666"/>
              </a:lnSpc>
              <a:spcBef>
                <a:spcPts val="0"/>
              </a:spcBef>
              <a:spcAft>
                <a:spcPts val="0"/>
              </a:spcAft>
              <a:buClr>
                <a:srgbClr val="000000"/>
              </a:buClr>
              <a:buSzPts val="900"/>
              <a:buFont typeface="Arial"/>
              <a:buChar char="•"/>
              <a:defRPr sz="2400" b="0" i="0" u="none" strike="noStrike" cap="none">
                <a:solidFill>
                  <a:srgbClr val="000000"/>
                </a:solidFill>
                <a:latin typeface="Arial"/>
                <a:ea typeface="Arial"/>
                <a:cs typeface="Arial"/>
                <a:sym typeface="Arial"/>
              </a:defRPr>
            </a:lvl7pPr>
            <a:lvl8pPr marL="9753722" marR="0" lvl="7" indent="-762010" algn="l" rtl="0">
              <a:lnSpc>
                <a:spcPct val="91666"/>
              </a:lnSpc>
              <a:spcBef>
                <a:spcPts val="0"/>
              </a:spcBef>
              <a:spcAft>
                <a:spcPts val="0"/>
              </a:spcAft>
              <a:buClr>
                <a:srgbClr val="000000"/>
              </a:buClr>
              <a:buSzPts val="900"/>
              <a:buFont typeface="Arial"/>
              <a:buChar char="•"/>
              <a:defRPr sz="2400" b="0" i="0" u="none" strike="noStrike" cap="none">
                <a:solidFill>
                  <a:srgbClr val="000000"/>
                </a:solidFill>
                <a:latin typeface="Arial"/>
                <a:ea typeface="Arial"/>
                <a:cs typeface="Arial"/>
                <a:sym typeface="Arial"/>
              </a:defRPr>
            </a:lvl8pPr>
            <a:lvl9pPr marL="10972937" marR="0" lvl="8" indent="-762010" algn="l" rtl="0">
              <a:lnSpc>
                <a:spcPct val="91666"/>
              </a:lnSpc>
              <a:spcBef>
                <a:spcPts val="0"/>
              </a:spcBef>
              <a:spcAft>
                <a:spcPts val="0"/>
              </a:spcAft>
              <a:buClr>
                <a:srgbClr val="000000"/>
              </a:buClr>
              <a:buSzPts val="900"/>
              <a:buFont typeface="Arial"/>
              <a:buChar char="•"/>
              <a:defRPr sz="2400" b="0" i="0" u="none" strike="noStrike" cap="none">
                <a:solidFill>
                  <a:srgbClr val="000000"/>
                </a:solidFill>
                <a:latin typeface="Arial"/>
                <a:ea typeface="Arial"/>
                <a:cs typeface="Arial"/>
                <a:sym typeface="Arial"/>
              </a:defRPr>
            </a:lvl9pPr>
          </a:lstStyle>
          <a:p>
            <a:endParaRPr/>
          </a:p>
        </p:txBody>
      </p:sp>
      <p:sp>
        <p:nvSpPr>
          <p:cNvPr id="24" name="Google Shape;24;p3"/>
          <p:cNvSpPr txBox="1">
            <a:spLocks noGrp="1"/>
          </p:cNvSpPr>
          <p:nvPr>
            <p:ph type="body" idx="2"/>
          </p:nvPr>
        </p:nvSpPr>
        <p:spPr>
          <a:xfrm>
            <a:off x="850901" y="457200"/>
            <a:ext cx="18378400" cy="735200"/>
          </a:xfrm>
          <a:prstGeom prst="rect">
            <a:avLst/>
          </a:prstGeom>
          <a:noFill/>
          <a:ln>
            <a:noFill/>
          </a:ln>
        </p:spPr>
        <p:txBody>
          <a:bodyPr spcFirstLastPara="1" wrap="square" lIns="34275" tIns="0" rIns="34275" bIns="0" anchor="t" anchorCtr="0">
            <a:noAutofit/>
          </a:bodyPr>
          <a:lstStyle>
            <a:lvl1pPr marL="1219215" marR="0" lvl="0" indent="-609608" algn="l" rtl="0">
              <a:lnSpc>
                <a:spcPct val="100000"/>
              </a:lnSpc>
              <a:spcBef>
                <a:spcPts val="0"/>
              </a:spcBef>
              <a:spcAft>
                <a:spcPts val="0"/>
              </a:spcAft>
              <a:buClr>
                <a:srgbClr val="C00000"/>
              </a:buClr>
              <a:buSzPts val="2000"/>
              <a:buFont typeface="Arial"/>
              <a:buNone/>
              <a:defRPr sz="5333" b="1" i="0" u="none" strike="noStrike" cap="none">
                <a:solidFill>
                  <a:srgbClr val="C00000"/>
                </a:solidFill>
                <a:latin typeface="Arial"/>
                <a:ea typeface="Arial"/>
                <a:cs typeface="Arial"/>
                <a:sym typeface="Arial"/>
              </a:defRPr>
            </a:lvl1pPr>
            <a:lvl2pPr marL="2438430" marR="0" lvl="1" indent="-762010" algn="l" rtl="0">
              <a:lnSpc>
                <a:spcPct val="91666"/>
              </a:lnSpc>
              <a:spcBef>
                <a:spcPts val="0"/>
              </a:spcBef>
              <a:spcAft>
                <a:spcPts val="0"/>
              </a:spcAft>
              <a:buClr>
                <a:srgbClr val="000000"/>
              </a:buClr>
              <a:buSzPts val="900"/>
              <a:buFont typeface="Arial"/>
              <a:buChar char="–"/>
              <a:defRPr sz="2400" b="0" i="0" u="none" strike="noStrike" cap="none">
                <a:solidFill>
                  <a:srgbClr val="000000"/>
                </a:solidFill>
                <a:latin typeface="Arial"/>
                <a:ea typeface="Arial"/>
                <a:cs typeface="Arial"/>
                <a:sym typeface="Arial"/>
              </a:defRPr>
            </a:lvl2pPr>
            <a:lvl3pPr marL="3657646" marR="0" lvl="2" indent="-762010" algn="l" rtl="0">
              <a:lnSpc>
                <a:spcPct val="91666"/>
              </a:lnSpc>
              <a:spcBef>
                <a:spcPts val="0"/>
              </a:spcBef>
              <a:spcAft>
                <a:spcPts val="0"/>
              </a:spcAft>
              <a:buClr>
                <a:srgbClr val="000000"/>
              </a:buClr>
              <a:buSzPts val="900"/>
              <a:buFont typeface="Arial"/>
              <a:buChar char="•"/>
              <a:defRPr sz="2400" b="0" i="0" u="none" strike="noStrike" cap="none">
                <a:solidFill>
                  <a:srgbClr val="000000"/>
                </a:solidFill>
                <a:latin typeface="Arial"/>
                <a:ea typeface="Arial"/>
                <a:cs typeface="Arial"/>
                <a:sym typeface="Arial"/>
              </a:defRPr>
            </a:lvl3pPr>
            <a:lvl4pPr marL="4876861" marR="0" lvl="3" indent="-762010" algn="l" rtl="0">
              <a:lnSpc>
                <a:spcPct val="91666"/>
              </a:lnSpc>
              <a:spcBef>
                <a:spcPts val="0"/>
              </a:spcBef>
              <a:spcAft>
                <a:spcPts val="0"/>
              </a:spcAft>
              <a:buClr>
                <a:srgbClr val="000000"/>
              </a:buClr>
              <a:buSzPts val="900"/>
              <a:buFont typeface="Arial"/>
              <a:buChar char="–"/>
              <a:defRPr sz="2400" b="0" i="0" u="none" strike="noStrike" cap="none">
                <a:solidFill>
                  <a:srgbClr val="000000"/>
                </a:solidFill>
                <a:latin typeface="Arial"/>
                <a:ea typeface="Arial"/>
                <a:cs typeface="Arial"/>
                <a:sym typeface="Arial"/>
              </a:defRPr>
            </a:lvl4pPr>
            <a:lvl5pPr marL="6096076" marR="0" lvl="4" indent="-762010" algn="l" rtl="0">
              <a:lnSpc>
                <a:spcPct val="91666"/>
              </a:lnSpc>
              <a:spcBef>
                <a:spcPts val="0"/>
              </a:spcBef>
              <a:spcAft>
                <a:spcPts val="0"/>
              </a:spcAft>
              <a:buClr>
                <a:srgbClr val="000000"/>
              </a:buClr>
              <a:buSzPts val="900"/>
              <a:buFont typeface="Arial"/>
              <a:buChar char="»"/>
              <a:defRPr sz="2400" b="0" i="0" u="none" strike="noStrike" cap="none">
                <a:solidFill>
                  <a:srgbClr val="000000"/>
                </a:solidFill>
                <a:latin typeface="Arial"/>
                <a:ea typeface="Arial"/>
                <a:cs typeface="Arial"/>
                <a:sym typeface="Arial"/>
              </a:defRPr>
            </a:lvl5pPr>
            <a:lvl6pPr marL="7315291" marR="0" lvl="5" indent="-762010" algn="l" rtl="0">
              <a:lnSpc>
                <a:spcPct val="91666"/>
              </a:lnSpc>
              <a:spcBef>
                <a:spcPts val="0"/>
              </a:spcBef>
              <a:spcAft>
                <a:spcPts val="0"/>
              </a:spcAft>
              <a:buClr>
                <a:srgbClr val="000000"/>
              </a:buClr>
              <a:buSzPts val="900"/>
              <a:buFont typeface="Arial"/>
              <a:buChar char="•"/>
              <a:defRPr sz="2400" b="0" i="0" u="none" strike="noStrike" cap="none">
                <a:solidFill>
                  <a:srgbClr val="000000"/>
                </a:solidFill>
                <a:latin typeface="Arial"/>
                <a:ea typeface="Arial"/>
                <a:cs typeface="Arial"/>
                <a:sym typeface="Arial"/>
              </a:defRPr>
            </a:lvl6pPr>
            <a:lvl7pPr marL="8534507" marR="0" lvl="6" indent="-762010" algn="l" rtl="0">
              <a:lnSpc>
                <a:spcPct val="91666"/>
              </a:lnSpc>
              <a:spcBef>
                <a:spcPts val="0"/>
              </a:spcBef>
              <a:spcAft>
                <a:spcPts val="0"/>
              </a:spcAft>
              <a:buClr>
                <a:srgbClr val="000000"/>
              </a:buClr>
              <a:buSzPts val="900"/>
              <a:buFont typeface="Arial"/>
              <a:buChar char="•"/>
              <a:defRPr sz="2400" b="0" i="0" u="none" strike="noStrike" cap="none">
                <a:solidFill>
                  <a:srgbClr val="000000"/>
                </a:solidFill>
                <a:latin typeface="Arial"/>
                <a:ea typeface="Arial"/>
                <a:cs typeface="Arial"/>
                <a:sym typeface="Arial"/>
              </a:defRPr>
            </a:lvl7pPr>
            <a:lvl8pPr marL="9753722" marR="0" lvl="7" indent="-762010" algn="l" rtl="0">
              <a:lnSpc>
                <a:spcPct val="91666"/>
              </a:lnSpc>
              <a:spcBef>
                <a:spcPts val="0"/>
              </a:spcBef>
              <a:spcAft>
                <a:spcPts val="0"/>
              </a:spcAft>
              <a:buClr>
                <a:srgbClr val="000000"/>
              </a:buClr>
              <a:buSzPts val="900"/>
              <a:buFont typeface="Arial"/>
              <a:buChar char="•"/>
              <a:defRPr sz="2400" b="0" i="0" u="none" strike="noStrike" cap="none">
                <a:solidFill>
                  <a:srgbClr val="000000"/>
                </a:solidFill>
                <a:latin typeface="Arial"/>
                <a:ea typeface="Arial"/>
                <a:cs typeface="Arial"/>
                <a:sym typeface="Arial"/>
              </a:defRPr>
            </a:lvl8pPr>
            <a:lvl9pPr marL="10972937" marR="0" lvl="8" indent="-762010" algn="l" rtl="0">
              <a:lnSpc>
                <a:spcPct val="91666"/>
              </a:lnSpc>
              <a:spcBef>
                <a:spcPts val="0"/>
              </a:spcBef>
              <a:spcAft>
                <a:spcPts val="0"/>
              </a:spcAft>
              <a:buClr>
                <a:srgbClr val="000000"/>
              </a:buClr>
              <a:buSzPts val="900"/>
              <a:buFont typeface="Arial"/>
              <a:buChar char="•"/>
              <a:defRPr sz="2400" b="0" i="0" u="none" strike="noStrike" cap="none">
                <a:solidFill>
                  <a:srgbClr val="000000"/>
                </a:solidFill>
                <a:latin typeface="Arial"/>
                <a:ea typeface="Arial"/>
                <a:cs typeface="Arial"/>
                <a:sym typeface="Arial"/>
              </a:defRPr>
            </a:lvl9pPr>
          </a:lstStyle>
          <a:p>
            <a:endParaRPr/>
          </a:p>
        </p:txBody>
      </p:sp>
      <p:sp>
        <p:nvSpPr>
          <p:cNvPr id="25" name="Google Shape;25;p3"/>
          <p:cNvSpPr txBox="1">
            <a:spLocks noGrp="1"/>
          </p:cNvSpPr>
          <p:nvPr>
            <p:ph type="body" idx="3"/>
          </p:nvPr>
        </p:nvSpPr>
        <p:spPr>
          <a:xfrm>
            <a:off x="846192" y="1236461"/>
            <a:ext cx="18383200" cy="735200"/>
          </a:xfrm>
          <a:prstGeom prst="rect">
            <a:avLst/>
          </a:prstGeom>
          <a:noFill/>
          <a:ln>
            <a:noFill/>
          </a:ln>
        </p:spPr>
        <p:txBody>
          <a:bodyPr spcFirstLastPara="1" wrap="square" lIns="34275" tIns="0" rIns="34275" bIns="0" anchor="t" anchorCtr="0">
            <a:noAutofit/>
          </a:bodyPr>
          <a:lstStyle>
            <a:lvl1pPr marL="1219215" marR="0" lvl="0" indent="-609608" algn="l" rtl="0">
              <a:lnSpc>
                <a:spcPct val="100000"/>
              </a:lnSpc>
              <a:spcBef>
                <a:spcPts val="0"/>
              </a:spcBef>
              <a:spcAft>
                <a:spcPts val="0"/>
              </a:spcAft>
              <a:buClr>
                <a:srgbClr val="C00000"/>
              </a:buClr>
              <a:buSzPts val="1900"/>
              <a:buFont typeface="Arial"/>
              <a:buNone/>
              <a:defRPr sz="5067" b="0" i="0" u="none" strike="noStrike" cap="none">
                <a:solidFill>
                  <a:srgbClr val="C00000"/>
                </a:solidFill>
                <a:latin typeface="Arial"/>
                <a:ea typeface="Arial"/>
                <a:cs typeface="Arial"/>
                <a:sym typeface="Arial"/>
              </a:defRPr>
            </a:lvl1pPr>
            <a:lvl2pPr marL="2438430" marR="0" lvl="1" indent="-762010" algn="l" rtl="0">
              <a:lnSpc>
                <a:spcPct val="91666"/>
              </a:lnSpc>
              <a:spcBef>
                <a:spcPts val="0"/>
              </a:spcBef>
              <a:spcAft>
                <a:spcPts val="0"/>
              </a:spcAft>
              <a:buClr>
                <a:srgbClr val="000000"/>
              </a:buClr>
              <a:buSzPts val="900"/>
              <a:buFont typeface="Arial"/>
              <a:buChar char="–"/>
              <a:defRPr sz="2400" b="0" i="0" u="none" strike="noStrike" cap="none">
                <a:solidFill>
                  <a:srgbClr val="000000"/>
                </a:solidFill>
                <a:latin typeface="Arial"/>
                <a:ea typeface="Arial"/>
                <a:cs typeface="Arial"/>
                <a:sym typeface="Arial"/>
              </a:defRPr>
            </a:lvl2pPr>
            <a:lvl3pPr marL="3657646" marR="0" lvl="2" indent="-762010" algn="l" rtl="0">
              <a:lnSpc>
                <a:spcPct val="91666"/>
              </a:lnSpc>
              <a:spcBef>
                <a:spcPts val="0"/>
              </a:spcBef>
              <a:spcAft>
                <a:spcPts val="0"/>
              </a:spcAft>
              <a:buClr>
                <a:srgbClr val="000000"/>
              </a:buClr>
              <a:buSzPts val="900"/>
              <a:buFont typeface="Arial"/>
              <a:buChar char="•"/>
              <a:defRPr sz="2400" b="0" i="0" u="none" strike="noStrike" cap="none">
                <a:solidFill>
                  <a:srgbClr val="000000"/>
                </a:solidFill>
                <a:latin typeface="Arial"/>
                <a:ea typeface="Arial"/>
                <a:cs typeface="Arial"/>
                <a:sym typeface="Arial"/>
              </a:defRPr>
            </a:lvl3pPr>
            <a:lvl4pPr marL="4876861" marR="0" lvl="3" indent="-762010" algn="l" rtl="0">
              <a:lnSpc>
                <a:spcPct val="91666"/>
              </a:lnSpc>
              <a:spcBef>
                <a:spcPts val="0"/>
              </a:spcBef>
              <a:spcAft>
                <a:spcPts val="0"/>
              </a:spcAft>
              <a:buClr>
                <a:srgbClr val="000000"/>
              </a:buClr>
              <a:buSzPts val="900"/>
              <a:buFont typeface="Arial"/>
              <a:buChar char="–"/>
              <a:defRPr sz="2400" b="0" i="0" u="none" strike="noStrike" cap="none">
                <a:solidFill>
                  <a:srgbClr val="000000"/>
                </a:solidFill>
                <a:latin typeface="Arial"/>
                <a:ea typeface="Arial"/>
                <a:cs typeface="Arial"/>
                <a:sym typeface="Arial"/>
              </a:defRPr>
            </a:lvl4pPr>
            <a:lvl5pPr marL="6096076" marR="0" lvl="4" indent="-762010" algn="l" rtl="0">
              <a:lnSpc>
                <a:spcPct val="91666"/>
              </a:lnSpc>
              <a:spcBef>
                <a:spcPts val="0"/>
              </a:spcBef>
              <a:spcAft>
                <a:spcPts val="0"/>
              </a:spcAft>
              <a:buClr>
                <a:srgbClr val="000000"/>
              </a:buClr>
              <a:buSzPts val="900"/>
              <a:buFont typeface="Arial"/>
              <a:buChar char="»"/>
              <a:defRPr sz="2400" b="0" i="0" u="none" strike="noStrike" cap="none">
                <a:solidFill>
                  <a:srgbClr val="000000"/>
                </a:solidFill>
                <a:latin typeface="Arial"/>
                <a:ea typeface="Arial"/>
                <a:cs typeface="Arial"/>
                <a:sym typeface="Arial"/>
              </a:defRPr>
            </a:lvl5pPr>
            <a:lvl6pPr marL="7315291" marR="0" lvl="5" indent="-762010" algn="l" rtl="0">
              <a:lnSpc>
                <a:spcPct val="91666"/>
              </a:lnSpc>
              <a:spcBef>
                <a:spcPts val="0"/>
              </a:spcBef>
              <a:spcAft>
                <a:spcPts val="0"/>
              </a:spcAft>
              <a:buClr>
                <a:srgbClr val="000000"/>
              </a:buClr>
              <a:buSzPts val="900"/>
              <a:buFont typeface="Arial"/>
              <a:buChar char="•"/>
              <a:defRPr sz="2400" b="0" i="0" u="none" strike="noStrike" cap="none">
                <a:solidFill>
                  <a:srgbClr val="000000"/>
                </a:solidFill>
                <a:latin typeface="Arial"/>
                <a:ea typeface="Arial"/>
                <a:cs typeface="Arial"/>
                <a:sym typeface="Arial"/>
              </a:defRPr>
            </a:lvl6pPr>
            <a:lvl7pPr marL="8534507" marR="0" lvl="6" indent="-762010" algn="l" rtl="0">
              <a:lnSpc>
                <a:spcPct val="91666"/>
              </a:lnSpc>
              <a:spcBef>
                <a:spcPts val="0"/>
              </a:spcBef>
              <a:spcAft>
                <a:spcPts val="0"/>
              </a:spcAft>
              <a:buClr>
                <a:srgbClr val="000000"/>
              </a:buClr>
              <a:buSzPts val="900"/>
              <a:buFont typeface="Arial"/>
              <a:buChar char="•"/>
              <a:defRPr sz="2400" b="0" i="0" u="none" strike="noStrike" cap="none">
                <a:solidFill>
                  <a:srgbClr val="000000"/>
                </a:solidFill>
                <a:latin typeface="Arial"/>
                <a:ea typeface="Arial"/>
                <a:cs typeface="Arial"/>
                <a:sym typeface="Arial"/>
              </a:defRPr>
            </a:lvl7pPr>
            <a:lvl8pPr marL="9753722" marR="0" lvl="7" indent="-762010" algn="l" rtl="0">
              <a:lnSpc>
                <a:spcPct val="91666"/>
              </a:lnSpc>
              <a:spcBef>
                <a:spcPts val="0"/>
              </a:spcBef>
              <a:spcAft>
                <a:spcPts val="0"/>
              </a:spcAft>
              <a:buClr>
                <a:srgbClr val="000000"/>
              </a:buClr>
              <a:buSzPts val="900"/>
              <a:buFont typeface="Arial"/>
              <a:buChar char="•"/>
              <a:defRPr sz="2400" b="0" i="0" u="none" strike="noStrike" cap="none">
                <a:solidFill>
                  <a:srgbClr val="000000"/>
                </a:solidFill>
                <a:latin typeface="Arial"/>
                <a:ea typeface="Arial"/>
                <a:cs typeface="Arial"/>
                <a:sym typeface="Arial"/>
              </a:defRPr>
            </a:lvl8pPr>
            <a:lvl9pPr marL="10972937" marR="0" lvl="8" indent="-762010" algn="l" rtl="0">
              <a:lnSpc>
                <a:spcPct val="91666"/>
              </a:lnSpc>
              <a:spcBef>
                <a:spcPts val="0"/>
              </a:spcBef>
              <a:spcAft>
                <a:spcPts val="0"/>
              </a:spcAft>
              <a:buClr>
                <a:srgbClr val="000000"/>
              </a:buClr>
              <a:buSzPts val="900"/>
              <a:buFont typeface="Arial"/>
              <a:buChar char="•"/>
              <a:defRPr sz="2400" b="0" i="0" u="none" strike="noStrike" cap="none">
                <a:solidFill>
                  <a:srgbClr val="000000"/>
                </a:solidFill>
                <a:latin typeface="Arial"/>
                <a:ea typeface="Arial"/>
                <a:cs typeface="Arial"/>
                <a:sym typeface="Arial"/>
              </a:defRPr>
            </a:lvl9pPr>
          </a:lstStyle>
          <a:p>
            <a:endParaRPr/>
          </a:p>
        </p:txBody>
      </p:sp>
      <p:sp>
        <p:nvSpPr>
          <p:cNvPr id="26" name="Google Shape;26;p3"/>
          <p:cNvSpPr txBox="1">
            <a:spLocks noGrp="1"/>
          </p:cNvSpPr>
          <p:nvPr>
            <p:ph type="sldNum" idx="12"/>
          </p:nvPr>
        </p:nvSpPr>
        <p:spPr>
          <a:xfrm>
            <a:off x="842056" y="12624043"/>
            <a:ext cx="597600" cy="773299"/>
          </a:xfrm>
          <a:prstGeom prst="rect">
            <a:avLst/>
          </a:prstGeom>
          <a:noFill/>
          <a:ln>
            <a:noFill/>
          </a:ln>
        </p:spPr>
        <p:txBody>
          <a:bodyPr spcFirstLastPara="1" wrap="square" lIns="34275" tIns="17150" rIns="34275" bIns="17150" anchor="ctr" anchorCtr="0">
            <a:spAutoFit/>
          </a:bodyPr>
          <a:lstStyle>
            <a:lvl1pPr marL="0" lvl="0" indent="0" algn="ctr">
              <a:lnSpc>
                <a:spcPct val="100000"/>
              </a:lnSpc>
              <a:spcBef>
                <a:spcPts val="0"/>
              </a:spcBef>
              <a:spcAft>
                <a:spcPts val="0"/>
              </a:spcAft>
              <a:buClr>
                <a:schemeClr val="lt1"/>
              </a:buClr>
              <a:buSzPts val="900"/>
              <a:buFont typeface="Arial"/>
              <a:buNone/>
              <a:defRPr sz="2400" b="1" i="0" u="none" strike="noStrike" cap="none">
                <a:solidFill>
                  <a:schemeClr val="lt1"/>
                </a:solidFill>
                <a:latin typeface="Arial"/>
                <a:ea typeface="Arial"/>
                <a:cs typeface="Arial"/>
                <a:sym typeface="Arial"/>
              </a:defRPr>
            </a:lvl1pPr>
            <a:lvl2pPr marL="0" lvl="1" indent="0" algn="ctr">
              <a:lnSpc>
                <a:spcPct val="100000"/>
              </a:lnSpc>
              <a:spcBef>
                <a:spcPts val="0"/>
              </a:spcBef>
              <a:spcAft>
                <a:spcPts val="0"/>
              </a:spcAft>
              <a:buClr>
                <a:schemeClr val="lt1"/>
              </a:buClr>
              <a:buSzPts val="900"/>
              <a:buFont typeface="Arial"/>
              <a:buNone/>
              <a:defRPr sz="2400" b="1" i="0" u="none" strike="noStrike" cap="none">
                <a:solidFill>
                  <a:schemeClr val="lt1"/>
                </a:solidFill>
                <a:latin typeface="Arial"/>
                <a:ea typeface="Arial"/>
                <a:cs typeface="Arial"/>
                <a:sym typeface="Arial"/>
              </a:defRPr>
            </a:lvl2pPr>
            <a:lvl3pPr marL="0" lvl="2" indent="0" algn="ctr">
              <a:lnSpc>
                <a:spcPct val="100000"/>
              </a:lnSpc>
              <a:spcBef>
                <a:spcPts val="0"/>
              </a:spcBef>
              <a:spcAft>
                <a:spcPts val="0"/>
              </a:spcAft>
              <a:buClr>
                <a:schemeClr val="lt1"/>
              </a:buClr>
              <a:buSzPts val="900"/>
              <a:buFont typeface="Arial"/>
              <a:buNone/>
              <a:defRPr sz="2400" b="1" i="0" u="none" strike="noStrike" cap="none">
                <a:solidFill>
                  <a:schemeClr val="lt1"/>
                </a:solidFill>
                <a:latin typeface="Arial"/>
                <a:ea typeface="Arial"/>
                <a:cs typeface="Arial"/>
                <a:sym typeface="Arial"/>
              </a:defRPr>
            </a:lvl3pPr>
            <a:lvl4pPr marL="0" lvl="3" indent="0" algn="ctr">
              <a:lnSpc>
                <a:spcPct val="100000"/>
              </a:lnSpc>
              <a:spcBef>
                <a:spcPts val="0"/>
              </a:spcBef>
              <a:spcAft>
                <a:spcPts val="0"/>
              </a:spcAft>
              <a:buClr>
                <a:schemeClr val="lt1"/>
              </a:buClr>
              <a:buSzPts val="900"/>
              <a:buFont typeface="Arial"/>
              <a:buNone/>
              <a:defRPr sz="2400" b="1" i="0" u="none" strike="noStrike" cap="none">
                <a:solidFill>
                  <a:schemeClr val="lt1"/>
                </a:solidFill>
                <a:latin typeface="Arial"/>
                <a:ea typeface="Arial"/>
                <a:cs typeface="Arial"/>
                <a:sym typeface="Arial"/>
              </a:defRPr>
            </a:lvl4pPr>
            <a:lvl5pPr marL="0" lvl="4" indent="0" algn="ctr">
              <a:lnSpc>
                <a:spcPct val="100000"/>
              </a:lnSpc>
              <a:spcBef>
                <a:spcPts val="0"/>
              </a:spcBef>
              <a:spcAft>
                <a:spcPts val="0"/>
              </a:spcAft>
              <a:buClr>
                <a:schemeClr val="lt1"/>
              </a:buClr>
              <a:buSzPts val="900"/>
              <a:buFont typeface="Arial"/>
              <a:buNone/>
              <a:defRPr sz="2400" b="1" i="0" u="none" strike="noStrike" cap="none">
                <a:solidFill>
                  <a:schemeClr val="lt1"/>
                </a:solidFill>
                <a:latin typeface="Arial"/>
                <a:ea typeface="Arial"/>
                <a:cs typeface="Arial"/>
                <a:sym typeface="Arial"/>
              </a:defRPr>
            </a:lvl5pPr>
            <a:lvl6pPr marL="0" lvl="5" indent="0" algn="ctr">
              <a:lnSpc>
                <a:spcPct val="100000"/>
              </a:lnSpc>
              <a:spcBef>
                <a:spcPts val="0"/>
              </a:spcBef>
              <a:spcAft>
                <a:spcPts val="0"/>
              </a:spcAft>
              <a:buClr>
                <a:schemeClr val="lt1"/>
              </a:buClr>
              <a:buSzPts val="900"/>
              <a:buFont typeface="Arial"/>
              <a:buNone/>
              <a:defRPr sz="2400" b="1" i="0" u="none" strike="noStrike" cap="none">
                <a:solidFill>
                  <a:schemeClr val="lt1"/>
                </a:solidFill>
                <a:latin typeface="Arial"/>
                <a:ea typeface="Arial"/>
                <a:cs typeface="Arial"/>
                <a:sym typeface="Arial"/>
              </a:defRPr>
            </a:lvl6pPr>
            <a:lvl7pPr marL="0" lvl="6" indent="0" algn="ctr">
              <a:lnSpc>
                <a:spcPct val="100000"/>
              </a:lnSpc>
              <a:spcBef>
                <a:spcPts val="0"/>
              </a:spcBef>
              <a:spcAft>
                <a:spcPts val="0"/>
              </a:spcAft>
              <a:buClr>
                <a:schemeClr val="lt1"/>
              </a:buClr>
              <a:buSzPts val="900"/>
              <a:buFont typeface="Arial"/>
              <a:buNone/>
              <a:defRPr sz="2400" b="1" i="0" u="none" strike="noStrike" cap="none">
                <a:solidFill>
                  <a:schemeClr val="lt1"/>
                </a:solidFill>
                <a:latin typeface="Arial"/>
                <a:ea typeface="Arial"/>
                <a:cs typeface="Arial"/>
                <a:sym typeface="Arial"/>
              </a:defRPr>
            </a:lvl7pPr>
            <a:lvl8pPr marL="0" lvl="7" indent="0" algn="ctr">
              <a:lnSpc>
                <a:spcPct val="100000"/>
              </a:lnSpc>
              <a:spcBef>
                <a:spcPts val="0"/>
              </a:spcBef>
              <a:spcAft>
                <a:spcPts val="0"/>
              </a:spcAft>
              <a:buClr>
                <a:schemeClr val="lt1"/>
              </a:buClr>
              <a:buSzPts val="900"/>
              <a:buFont typeface="Arial"/>
              <a:buNone/>
              <a:defRPr sz="2400" b="1" i="0" u="none" strike="noStrike" cap="none">
                <a:solidFill>
                  <a:schemeClr val="lt1"/>
                </a:solidFill>
                <a:latin typeface="Arial"/>
                <a:ea typeface="Arial"/>
                <a:cs typeface="Arial"/>
                <a:sym typeface="Arial"/>
              </a:defRPr>
            </a:lvl8pPr>
            <a:lvl9pPr marL="0" lvl="8" indent="0" algn="ctr">
              <a:lnSpc>
                <a:spcPct val="100000"/>
              </a:lnSpc>
              <a:spcBef>
                <a:spcPts val="0"/>
              </a:spcBef>
              <a:spcAft>
                <a:spcPts val="0"/>
              </a:spcAft>
              <a:buClr>
                <a:schemeClr val="lt1"/>
              </a:buClr>
              <a:buSzPts val="900"/>
              <a:buFont typeface="Arial"/>
              <a:buNone/>
              <a:defRPr sz="2400" b="1" i="0" u="none" strike="noStrike" cap="none">
                <a:solidFill>
                  <a:schemeClr val="lt1"/>
                </a:solidFill>
                <a:latin typeface="Arial"/>
                <a:ea typeface="Arial"/>
                <a:cs typeface="Arial"/>
                <a:sym typeface="Arial"/>
              </a:defRPr>
            </a:lvl9pPr>
          </a:lstStyle>
          <a:p>
            <a:fld id="{00000000-1234-1234-1234-123412341234}" type="slidenum">
              <a:rPr lang="en-US" smtClean="0"/>
              <a:pPr/>
              <a:t>‹Nr.›</a:t>
            </a:fld>
            <a:endParaRPr lang="en-US"/>
          </a:p>
        </p:txBody>
      </p:sp>
      <p:sp>
        <p:nvSpPr>
          <p:cNvPr id="27" name="Google Shape;27;p3"/>
          <p:cNvSpPr txBox="1">
            <a:spLocks noGrp="1"/>
          </p:cNvSpPr>
          <p:nvPr>
            <p:ph type="body" idx="4"/>
          </p:nvPr>
        </p:nvSpPr>
        <p:spPr>
          <a:xfrm>
            <a:off x="850901" y="2981739"/>
            <a:ext cx="18383200" cy="9352000"/>
          </a:xfrm>
          <a:prstGeom prst="rect">
            <a:avLst/>
          </a:prstGeom>
          <a:noFill/>
          <a:ln>
            <a:noFill/>
          </a:ln>
        </p:spPr>
        <p:txBody>
          <a:bodyPr spcFirstLastPara="1" wrap="square" lIns="34275" tIns="17150" rIns="34275" bIns="17150" anchor="t" anchorCtr="0">
            <a:noAutofit/>
          </a:bodyPr>
          <a:lstStyle>
            <a:lvl1pPr marL="1219215" marR="0" lvl="0" indent="-812810" algn="l" rtl="0">
              <a:lnSpc>
                <a:spcPct val="110000"/>
              </a:lnSpc>
              <a:spcBef>
                <a:spcPts val="0"/>
              </a:spcBef>
              <a:spcAft>
                <a:spcPts val="0"/>
              </a:spcAft>
              <a:buClr>
                <a:schemeClr val="dk1"/>
              </a:buClr>
              <a:buSzPts val="1200"/>
              <a:buFont typeface="Noto Sans Symbols"/>
              <a:buChar char="▪"/>
              <a:defRPr sz="3200" b="0" i="0" u="none" strike="noStrike" cap="none">
                <a:solidFill>
                  <a:schemeClr val="dk1"/>
                </a:solidFill>
                <a:latin typeface="Arial"/>
                <a:ea typeface="Arial"/>
                <a:cs typeface="Arial"/>
                <a:sym typeface="Arial"/>
              </a:defRPr>
            </a:lvl1pPr>
            <a:lvl2pPr marL="2438430" marR="0" lvl="1" indent="-812810" algn="l" rtl="0">
              <a:lnSpc>
                <a:spcPct val="110000"/>
              </a:lnSpc>
              <a:spcBef>
                <a:spcPts val="0"/>
              </a:spcBef>
              <a:spcAft>
                <a:spcPts val="0"/>
              </a:spcAft>
              <a:buClr>
                <a:srgbClr val="000000"/>
              </a:buClr>
              <a:buSzPts val="1200"/>
              <a:buFont typeface="Courier New"/>
              <a:buChar char="o"/>
              <a:defRPr sz="3200" b="0" i="0" u="none" strike="noStrike" cap="none">
                <a:solidFill>
                  <a:srgbClr val="000000"/>
                </a:solidFill>
                <a:latin typeface="Arial"/>
                <a:ea typeface="Arial"/>
                <a:cs typeface="Arial"/>
                <a:sym typeface="Arial"/>
              </a:defRPr>
            </a:lvl2pPr>
            <a:lvl3pPr marL="3657646" marR="0" lvl="2" indent="-812810" algn="l" rtl="0">
              <a:lnSpc>
                <a:spcPct val="110000"/>
              </a:lnSpc>
              <a:spcBef>
                <a:spcPts val="0"/>
              </a:spcBef>
              <a:spcAft>
                <a:spcPts val="0"/>
              </a:spcAft>
              <a:buClr>
                <a:srgbClr val="000000"/>
              </a:buClr>
              <a:buSzPts val="1200"/>
              <a:buFont typeface="Arial"/>
              <a:buChar char="•"/>
              <a:defRPr sz="3200" b="0" i="0" u="none" strike="noStrike" cap="none">
                <a:solidFill>
                  <a:srgbClr val="000000"/>
                </a:solidFill>
                <a:latin typeface="Arial"/>
                <a:ea typeface="Arial"/>
                <a:cs typeface="Arial"/>
                <a:sym typeface="Arial"/>
              </a:defRPr>
            </a:lvl3pPr>
            <a:lvl4pPr marL="4876861" marR="0" lvl="3" indent="-762010" algn="l" rtl="0">
              <a:lnSpc>
                <a:spcPct val="91666"/>
              </a:lnSpc>
              <a:spcBef>
                <a:spcPts val="0"/>
              </a:spcBef>
              <a:spcAft>
                <a:spcPts val="0"/>
              </a:spcAft>
              <a:buClr>
                <a:srgbClr val="000000"/>
              </a:buClr>
              <a:buSzPts val="900"/>
              <a:buFont typeface="Arial"/>
              <a:buChar char="–"/>
              <a:defRPr sz="2400" b="0" i="0" u="none" strike="noStrike" cap="none">
                <a:solidFill>
                  <a:srgbClr val="000000"/>
                </a:solidFill>
                <a:latin typeface="Arial"/>
                <a:ea typeface="Arial"/>
                <a:cs typeface="Arial"/>
                <a:sym typeface="Arial"/>
              </a:defRPr>
            </a:lvl4pPr>
            <a:lvl5pPr marL="6096076" marR="0" lvl="4" indent="-762010" algn="l" rtl="0">
              <a:lnSpc>
                <a:spcPct val="91666"/>
              </a:lnSpc>
              <a:spcBef>
                <a:spcPts val="0"/>
              </a:spcBef>
              <a:spcAft>
                <a:spcPts val="0"/>
              </a:spcAft>
              <a:buClr>
                <a:srgbClr val="000000"/>
              </a:buClr>
              <a:buSzPts val="900"/>
              <a:buFont typeface="Arial"/>
              <a:buChar char="»"/>
              <a:defRPr sz="2400" b="0" i="0" u="none" strike="noStrike" cap="none">
                <a:solidFill>
                  <a:srgbClr val="000000"/>
                </a:solidFill>
                <a:latin typeface="Arial"/>
                <a:ea typeface="Arial"/>
                <a:cs typeface="Arial"/>
                <a:sym typeface="Arial"/>
              </a:defRPr>
            </a:lvl5pPr>
            <a:lvl6pPr marL="7315291" marR="0" lvl="5" indent="-762010" algn="l" rtl="0">
              <a:lnSpc>
                <a:spcPct val="91666"/>
              </a:lnSpc>
              <a:spcBef>
                <a:spcPts val="0"/>
              </a:spcBef>
              <a:spcAft>
                <a:spcPts val="0"/>
              </a:spcAft>
              <a:buClr>
                <a:srgbClr val="000000"/>
              </a:buClr>
              <a:buSzPts val="900"/>
              <a:buFont typeface="Arial"/>
              <a:buChar char="•"/>
              <a:defRPr sz="2400" b="0" i="0" u="none" strike="noStrike" cap="none">
                <a:solidFill>
                  <a:srgbClr val="000000"/>
                </a:solidFill>
                <a:latin typeface="Arial"/>
                <a:ea typeface="Arial"/>
                <a:cs typeface="Arial"/>
                <a:sym typeface="Arial"/>
              </a:defRPr>
            </a:lvl6pPr>
            <a:lvl7pPr marL="8534507" marR="0" lvl="6" indent="-762010" algn="l" rtl="0">
              <a:lnSpc>
                <a:spcPct val="91666"/>
              </a:lnSpc>
              <a:spcBef>
                <a:spcPts val="0"/>
              </a:spcBef>
              <a:spcAft>
                <a:spcPts val="0"/>
              </a:spcAft>
              <a:buClr>
                <a:srgbClr val="000000"/>
              </a:buClr>
              <a:buSzPts val="900"/>
              <a:buFont typeface="Arial"/>
              <a:buChar char="•"/>
              <a:defRPr sz="2400" b="0" i="0" u="none" strike="noStrike" cap="none">
                <a:solidFill>
                  <a:srgbClr val="000000"/>
                </a:solidFill>
                <a:latin typeface="Arial"/>
                <a:ea typeface="Arial"/>
                <a:cs typeface="Arial"/>
                <a:sym typeface="Arial"/>
              </a:defRPr>
            </a:lvl7pPr>
            <a:lvl8pPr marL="9753722" marR="0" lvl="7" indent="-762010" algn="l" rtl="0">
              <a:lnSpc>
                <a:spcPct val="91666"/>
              </a:lnSpc>
              <a:spcBef>
                <a:spcPts val="0"/>
              </a:spcBef>
              <a:spcAft>
                <a:spcPts val="0"/>
              </a:spcAft>
              <a:buClr>
                <a:srgbClr val="000000"/>
              </a:buClr>
              <a:buSzPts val="900"/>
              <a:buFont typeface="Arial"/>
              <a:buChar char="•"/>
              <a:defRPr sz="2400" b="0" i="0" u="none" strike="noStrike" cap="none">
                <a:solidFill>
                  <a:srgbClr val="000000"/>
                </a:solidFill>
                <a:latin typeface="Arial"/>
                <a:ea typeface="Arial"/>
                <a:cs typeface="Arial"/>
                <a:sym typeface="Arial"/>
              </a:defRPr>
            </a:lvl8pPr>
            <a:lvl9pPr marL="10972937" marR="0" lvl="8" indent="-762010" algn="l" rtl="0">
              <a:lnSpc>
                <a:spcPct val="91666"/>
              </a:lnSpc>
              <a:spcBef>
                <a:spcPts val="0"/>
              </a:spcBef>
              <a:spcAft>
                <a:spcPts val="0"/>
              </a:spcAft>
              <a:buClr>
                <a:srgbClr val="000000"/>
              </a:buClr>
              <a:buSzPts val="900"/>
              <a:buFont typeface="Arial"/>
              <a:buChar char="•"/>
              <a:defRPr sz="24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1100827281"/>
      </p:ext>
    </p:extLst>
  </p:cSld>
  <p:clrMapOvr>
    <a:masterClrMapping/>
  </p:clrMapOvr>
  <p:extLst>
    <p:ext uri="{DCECCB84-F9BA-43D5-87BE-67443E8EF086}">
      <p15:sldGuideLst xmlns:p15="http://schemas.microsoft.com/office/powerpoint/2012/main">
        <p15:guide id="1" pos="3816">
          <p15:clr>
            <a:srgbClr val="FBAE40"/>
          </p15:clr>
        </p15:guide>
        <p15:guide id="2" pos="3645">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sv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3">
            <a:lumOff val="44000"/>
          </a:schemeClr>
        </a:solidFill>
        <a:effectLst/>
      </p:bgPr>
    </p:bg>
    <p:spTree>
      <p:nvGrpSpPr>
        <p:cNvPr id="1" name=""/>
        <p:cNvGrpSpPr/>
        <p:nvPr/>
      </p:nvGrpSpPr>
      <p:grpSpPr>
        <a:xfrm>
          <a:off x="0" y="0"/>
          <a:ext cx="0" cy="0"/>
          <a:chOff x="0" y="0"/>
          <a:chExt cx="0" cy="0"/>
        </a:xfrm>
      </p:grpSpPr>
      <p:pic>
        <p:nvPicPr>
          <p:cNvPr id="2" name="Bild" descr="Bild"/>
          <p:cNvPicPr>
            <a:picLocks noChangeAspect="1"/>
          </p:cNvPicPr>
          <p:nvPr/>
        </p:nvPicPr>
        <p:blipFill>
          <a:blip r:embed="rId6"/>
          <a:stretch>
            <a:fillRect/>
          </a:stretch>
        </p:blipFill>
        <p:spPr>
          <a:xfrm>
            <a:off x="827449" y="12789030"/>
            <a:ext cx="627094" cy="491537"/>
          </a:xfrm>
          <a:prstGeom prst="rect">
            <a:avLst/>
          </a:prstGeom>
          <a:ln w="12700">
            <a:miter lim="400000"/>
          </a:ln>
        </p:spPr>
      </p:pic>
      <p:sp>
        <p:nvSpPr>
          <p:cNvPr id="3" name="Foliennummer"/>
          <p:cNvSpPr txBox="1">
            <a:spLocks noGrp="1"/>
          </p:cNvSpPr>
          <p:nvPr>
            <p:ph type="sldNum" sz="quarter" idx="2"/>
          </p:nvPr>
        </p:nvSpPr>
        <p:spPr>
          <a:xfrm>
            <a:off x="846192" y="12748651"/>
            <a:ext cx="589607" cy="546895"/>
          </a:xfrm>
          <a:prstGeom prst="rect">
            <a:avLst/>
          </a:prstGeom>
          <a:ln w="12700">
            <a:miter lim="400000"/>
          </a:ln>
        </p:spPr>
        <p:txBody>
          <a:bodyPr lIns="89296" tIns="89296" rIns="89296" bIns="89296">
            <a:spAutoFit/>
          </a:bodyPr>
          <a:lstStyle>
            <a:lvl1pPr defTabSz="457200">
              <a:defRPr sz="2400" b="1">
                <a:solidFill>
                  <a:schemeClr val="accent3">
                    <a:lumOff val="44000"/>
                  </a:schemeClr>
                </a:solidFill>
              </a:defRPr>
            </a:lvl1pPr>
          </a:lstStyle>
          <a:p>
            <a:fld id="{86CB4B4D-7CA3-9044-876B-883B54F8677D}" type="slidenum">
              <a:t>‹Nr.›</a:t>
            </a:fld>
            <a:endParaRPr/>
          </a:p>
        </p:txBody>
      </p:sp>
      <p:pic>
        <p:nvPicPr>
          <p:cNvPr id="9" name="Graphic 8">
            <a:extLst>
              <a:ext uri="{FF2B5EF4-FFF2-40B4-BE49-F238E27FC236}">
                <a16:creationId xmlns:a16="http://schemas.microsoft.com/office/drawing/2014/main" id="{6513AB06-FC41-D41B-EAA9-E0A9ADD290FF}"/>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19482462" y="644287"/>
            <a:ext cx="4007544" cy="1360359"/>
          </a:xfrm>
          <a:prstGeom prst="rect">
            <a:avLst/>
          </a:prstGeom>
        </p:spPr>
      </p:pic>
    </p:spTree>
    <p:extLst>
      <p:ext uri="{BB962C8B-B14F-4D97-AF65-F5344CB8AC3E}">
        <p14:creationId xmlns:p14="http://schemas.microsoft.com/office/powerpoint/2010/main" val="2046977868"/>
      </p:ext>
    </p:extLst>
  </p:cSld>
  <p:clrMap bg1="lt1" tx1="dk1" bg2="lt2" tx2="dk2" accent1="accent1" accent2="accent2" accent3="accent3" accent4="accent4" accent5="accent5" accent6="accent6" hlink="hlink" folHlink="folHlink"/>
  <p:sldLayoutIdLst>
    <p:sldLayoutId id="2147483682" r:id="rId1"/>
    <p:sldLayoutId id="2147483705" r:id="rId2"/>
    <p:sldLayoutId id="2147483702" r:id="rId3"/>
    <p:sldLayoutId id="2147483706" r:id="rId4"/>
  </p:sldLayoutIdLst>
  <p:transition spd="med"/>
  <p:hf hdr="0" ftr="0" dt="0"/>
  <p:txStyles>
    <p:titleStyle>
      <a:lvl1pPr marL="0" marR="0" indent="0" algn="l" defTabSz="914400" rtl="0" latinLnBrk="0">
        <a:lnSpc>
          <a:spcPts val="3000"/>
        </a:lnSpc>
        <a:spcBef>
          <a:spcPts val="0"/>
        </a:spcBef>
        <a:spcAft>
          <a:spcPts val="0"/>
        </a:spcAft>
        <a:buClrTx/>
        <a:buSzTx/>
        <a:buFontTx/>
        <a:buNone/>
        <a:tabLst/>
        <a:defRPr sz="4600" b="0" i="0" u="none" strike="noStrike" cap="none" spc="0" baseline="0">
          <a:solidFill>
            <a:srgbClr val="C50E1F"/>
          </a:solidFill>
          <a:uFill>
            <a:solidFill>
              <a:srgbClr val="C50E1F"/>
            </a:solidFill>
          </a:uFill>
          <a:latin typeface="+mn-lt"/>
          <a:ea typeface="+mn-ea"/>
          <a:cs typeface="+mn-cs"/>
          <a:sym typeface="Arial"/>
        </a:defRPr>
      </a:lvl1pPr>
      <a:lvl2pPr marL="0" marR="0" indent="0" algn="l" defTabSz="914400" rtl="0" latinLnBrk="0">
        <a:lnSpc>
          <a:spcPts val="3000"/>
        </a:lnSpc>
        <a:spcBef>
          <a:spcPts val="0"/>
        </a:spcBef>
        <a:spcAft>
          <a:spcPts val="0"/>
        </a:spcAft>
        <a:buClrTx/>
        <a:buSzTx/>
        <a:buFontTx/>
        <a:buNone/>
        <a:tabLst/>
        <a:defRPr sz="4600" b="0" i="0" u="none" strike="noStrike" cap="none" spc="0" baseline="0">
          <a:solidFill>
            <a:srgbClr val="C50E1F"/>
          </a:solidFill>
          <a:uFill>
            <a:solidFill>
              <a:srgbClr val="C50E1F"/>
            </a:solidFill>
          </a:uFill>
          <a:latin typeface="+mn-lt"/>
          <a:ea typeface="+mn-ea"/>
          <a:cs typeface="+mn-cs"/>
          <a:sym typeface="Arial"/>
        </a:defRPr>
      </a:lvl2pPr>
      <a:lvl3pPr marL="0" marR="0" indent="0" algn="l" defTabSz="914400" rtl="0" latinLnBrk="0">
        <a:lnSpc>
          <a:spcPts val="3000"/>
        </a:lnSpc>
        <a:spcBef>
          <a:spcPts val="0"/>
        </a:spcBef>
        <a:spcAft>
          <a:spcPts val="0"/>
        </a:spcAft>
        <a:buClrTx/>
        <a:buSzTx/>
        <a:buFontTx/>
        <a:buNone/>
        <a:tabLst/>
        <a:defRPr sz="4600" b="0" i="0" u="none" strike="noStrike" cap="none" spc="0" baseline="0">
          <a:solidFill>
            <a:srgbClr val="C50E1F"/>
          </a:solidFill>
          <a:uFill>
            <a:solidFill>
              <a:srgbClr val="C50E1F"/>
            </a:solidFill>
          </a:uFill>
          <a:latin typeface="+mn-lt"/>
          <a:ea typeface="+mn-ea"/>
          <a:cs typeface="+mn-cs"/>
          <a:sym typeface="Arial"/>
        </a:defRPr>
      </a:lvl3pPr>
      <a:lvl4pPr marL="0" marR="0" indent="0" algn="l" defTabSz="914400" rtl="0" latinLnBrk="0">
        <a:lnSpc>
          <a:spcPts val="3000"/>
        </a:lnSpc>
        <a:spcBef>
          <a:spcPts val="0"/>
        </a:spcBef>
        <a:spcAft>
          <a:spcPts val="0"/>
        </a:spcAft>
        <a:buClrTx/>
        <a:buSzTx/>
        <a:buFontTx/>
        <a:buNone/>
        <a:tabLst/>
        <a:defRPr sz="4600" b="0" i="0" u="none" strike="noStrike" cap="none" spc="0" baseline="0">
          <a:solidFill>
            <a:srgbClr val="C50E1F"/>
          </a:solidFill>
          <a:uFill>
            <a:solidFill>
              <a:srgbClr val="C50E1F"/>
            </a:solidFill>
          </a:uFill>
          <a:latin typeface="+mn-lt"/>
          <a:ea typeface="+mn-ea"/>
          <a:cs typeface="+mn-cs"/>
          <a:sym typeface="Arial"/>
        </a:defRPr>
      </a:lvl4pPr>
      <a:lvl5pPr marL="0" marR="0" indent="0" algn="l" defTabSz="914400" rtl="0" latinLnBrk="0">
        <a:lnSpc>
          <a:spcPts val="3000"/>
        </a:lnSpc>
        <a:spcBef>
          <a:spcPts val="0"/>
        </a:spcBef>
        <a:spcAft>
          <a:spcPts val="0"/>
        </a:spcAft>
        <a:buClrTx/>
        <a:buSzTx/>
        <a:buFontTx/>
        <a:buNone/>
        <a:tabLst/>
        <a:defRPr sz="4600" b="0" i="0" u="none" strike="noStrike" cap="none" spc="0" baseline="0">
          <a:solidFill>
            <a:srgbClr val="C50E1F"/>
          </a:solidFill>
          <a:uFill>
            <a:solidFill>
              <a:srgbClr val="C50E1F"/>
            </a:solidFill>
          </a:uFill>
          <a:latin typeface="+mn-lt"/>
          <a:ea typeface="+mn-ea"/>
          <a:cs typeface="+mn-cs"/>
          <a:sym typeface="Arial"/>
        </a:defRPr>
      </a:lvl5pPr>
      <a:lvl6pPr marL="0" marR="0" indent="457200" algn="l" defTabSz="914400" rtl="0" latinLnBrk="0">
        <a:lnSpc>
          <a:spcPts val="3000"/>
        </a:lnSpc>
        <a:spcBef>
          <a:spcPts val="0"/>
        </a:spcBef>
        <a:spcAft>
          <a:spcPts val="0"/>
        </a:spcAft>
        <a:buClrTx/>
        <a:buSzTx/>
        <a:buFontTx/>
        <a:buNone/>
        <a:tabLst/>
        <a:defRPr sz="4600" b="0" i="0" u="none" strike="noStrike" cap="none" spc="0" baseline="0">
          <a:solidFill>
            <a:srgbClr val="C50E1F"/>
          </a:solidFill>
          <a:uFill>
            <a:solidFill>
              <a:srgbClr val="C50E1F"/>
            </a:solidFill>
          </a:uFill>
          <a:latin typeface="+mn-lt"/>
          <a:ea typeface="+mn-ea"/>
          <a:cs typeface="+mn-cs"/>
          <a:sym typeface="Arial"/>
        </a:defRPr>
      </a:lvl6pPr>
      <a:lvl7pPr marL="0" marR="0" indent="914400" algn="l" defTabSz="914400" rtl="0" latinLnBrk="0">
        <a:lnSpc>
          <a:spcPts val="3000"/>
        </a:lnSpc>
        <a:spcBef>
          <a:spcPts val="0"/>
        </a:spcBef>
        <a:spcAft>
          <a:spcPts val="0"/>
        </a:spcAft>
        <a:buClrTx/>
        <a:buSzTx/>
        <a:buFontTx/>
        <a:buNone/>
        <a:tabLst/>
        <a:defRPr sz="4600" b="0" i="0" u="none" strike="noStrike" cap="none" spc="0" baseline="0">
          <a:solidFill>
            <a:srgbClr val="C50E1F"/>
          </a:solidFill>
          <a:uFill>
            <a:solidFill>
              <a:srgbClr val="C50E1F"/>
            </a:solidFill>
          </a:uFill>
          <a:latin typeface="+mn-lt"/>
          <a:ea typeface="+mn-ea"/>
          <a:cs typeface="+mn-cs"/>
          <a:sym typeface="Arial"/>
        </a:defRPr>
      </a:lvl7pPr>
      <a:lvl8pPr marL="0" marR="0" indent="1371600" algn="l" defTabSz="914400" rtl="0" latinLnBrk="0">
        <a:lnSpc>
          <a:spcPts val="3000"/>
        </a:lnSpc>
        <a:spcBef>
          <a:spcPts val="0"/>
        </a:spcBef>
        <a:spcAft>
          <a:spcPts val="0"/>
        </a:spcAft>
        <a:buClrTx/>
        <a:buSzTx/>
        <a:buFontTx/>
        <a:buNone/>
        <a:tabLst/>
        <a:defRPr sz="4600" b="0" i="0" u="none" strike="noStrike" cap="none" spc="0" baseline="0">
          <a:solidFill>
            <a:srgbClr val="C50E1F"/>
          </a:solidFill>
          <a:uFill>
            <a:solidFill>
              <a:srgbClr val="C50E1F"/>
            </a:solidFill>
          </a:uFill>
          <a:latin typeface="+mn-lt"/>
          <a:ea typeface="+mn-ea"/>
          <a:cs typeface="+mn-cs"/>
          <a:sym typeface="Arial"/>
        </a:defRPr>
      </a:lvl8pPr>
      <a:lvl9pPr marL="0" marR="0" indent="1828800" algn="l" defTabSz="914400" rtl="0" latinLnBrk="0">
        <a:lnSpc>
          <a:spcPts val="3000"/>
        </a:lnSpc>
        <a:spcBef>
          <a:spcPts val="0"/>
        </a:spcBef>
        <a:spcAft>
          <a:spcPts val="0"/>
        </a:spcAft>
        <a:buClrTx/>
        <a:buSzTx/>
        <a:buFontTx/>
        <a:buNone/>
        <a:tabLst/>
        <a:defRPr sz="4600" b="0" i="0" u="none" strike="noStrike" cap="none" spc="0" baseline="0">
          <a:solidFill>
            <a:srgbClr val="C50E1F"/>
          </a:solidFill>
          <a:uFill>
            <a:solidFill>
              <a:srgbClr val="C50E1F"/>
            </a:solidFill>
          </a:uFill>
          <a:latin typeface="+mn-lt"/>
          <a:ea typeface="+mn-ea"/>
          <a:cs typeface="+mn-cs"/>
          <a:sym typeface="Arial"/>
        </a:defRPr>
      </a:lvl9pPr>
    </p:titleStyle>
    <p:bodyStyle>
      <a:lvl1pPr marL="342900" marR="0" indent="-342900" algn="l" defTabSz="914400" rtl="0" latinLnBrk="0">
        <a:lnSpc>
          <a:spcPts val="2200"/>
        </a:lnSpc>
        <a:spcBef>
          <a:spcPts val="0"/>
        </a:spcBef>
        <a:spcAft>
          <a:spcPts val="0"/>
        </a:spcAft>
        <a:buClrTx/>
        <a:buSzTx/>
        <a:buFontTx/>
        <a:buNone/>
        <a:tabLst/>
        <a:defRPr sz="2400" b="0" i="0" u="none" strike="noStrike" cap="none" spc="0" baseline="0">
          <a:solidFill>
            <a:srgbClr val="000000"/>
          </a:solidFill>
          <a:uFill>
            <a:solidFill>
              <a:srgbClr val="000000"/>
            </a:solidFill>
          </a:uFill>
          <a:latin typeface="+mn-lt"/>
          <a:ea typeface="+mn-ea"/>
          <a:cs typeface="+mn-cs"/>
          <a:sym typeface="Arial"/>
        </a:defRPr>
      </a:lvl1pPr>
      <a:lvl2pPr marL="865716" marR="0" indent="-325966" algn="l" defTabSz="914400" rtl="0" latinLnBrk="0">
        <a:lnSpc>
          <a:spcPts val="2200"/>
        </a:lnSpc>
        <a:spcBef>
          <a:spcPts val="0"/>
        </a:spcBef>
        <a:spcAft>
          <a:spcPts val="0"/>
        </a:spcAft>
        <a:buClrTx/>
        <a:buSzPct val="100000"/>
        <a:buFontTx/>
        <a:buChar char="–"/>
        <a:tabLst/>
        <a:defRPr sz="2400" b="0" i="0" u="none" strike="noStrike" cap="none" spc="0" baseline="0">
          <a:solidFill>
            <a:srgbClr val="000000"/>
          </a:solidFill>
          <a:uFill>
            <a:solidFill>
              <a:srgbClr val="000000"/>
            </a:solidFill>
          </a:uFill>
          <a:latin typeface="+mn-lt"/>
          <a:ea typeface="+mn-ea"/>
          <a:cs typeface="+mn-cs"/>
          <a:sym typeface="Arial"/>
        </a:defRPr>
      </a:lvl2pPr>
      <a:lvl3pPr marL="1268412" marR="0" indent="-304800" algn="l" defTabSz="914400" rtl="0" latinLnBrk="0">
        <a:lnSpc>
          <a:spcPts val="2200"/>
        </a:lnSpc>
        <a:spcBef>
          <a:spcPts val="0"/>
        </a:spcBef>
        <a:spcAft>
          <a:spcPts val="0"/>
        </a:spcAft>
        <a:buClrTx/>
        <a:buSzPct val="100000"/>
        <a:buFontTx/>
        <a:buChar char="•"/>
        <a:tabLst/>
        <a:defRPr sz="2400" b="0" i="0" u="none" strike="noStrike" cap="none" spc="0" baseline="0">
          <a:solidFill>
            <a:srgbClr val="000000"/>
          </a:solidFill>
          <a:uFill>
            <a:solidFill>
              <a:srgbClr val="000000"/>
            </a:solidFill>
          </a:uFill>
          <a:latin typeface="+mn-lt"/>
          <a:ea typeface="+mn-ea"/>
          <a:cs typeface="+mn-cs"/>
          <a:sym typeface="Arial"/>
        </a:defRPr>
      </a:lvl3pPr>
      <a:lvl4pPr marL="1676400" marR="0" indent="-304800" algn="l" defTabSz="914400" rtl="0" latinLnBrk="0">
        <a:lnSpc>
          <a:spcPts val="2200"/>
        </a:lnSpc>
        <a:spcBef>
          <a:spcPts val="0"/>
        </a:spcBef>
        <a:spcAft>
          <a:spcPts val="0"/>
        </a:spcAft>
        <a:buClrTx/>
        <a:buSzPct val="100000"/>
        <a:buFontTx/>
        <a:buChar char="–"/>
        <a:tabLst/>
        <a:defRPr sz="2400" b="0" i="0" u="none" strike="noStrike" cap="none" spc="0" baseline="0">
          <a:solidFill>
            <a:srgbClr val="000000"/>
          </a:solidFill>
          <a:uFill>
            <a:solidFill>
              <a:srgbClr val="000000"/>
            </a:solidFill>
          </a:uFill>
          <a:latin typeface="+mn-lt"/>
          <a:ea typeface="+mn-ea"/>
          <a:cs typeface="+mn-cs"/>
          <a:sym typeface="Arial"/>
        </a:defRPr>
      </a:lvl4pPr>
      <a:lvl5pPr marL="2133600" marR="0" indent="-304800" algn="l" defTabSz="914400" rtl="0" latinLnBrk="0">
        <a:lnSpc>
          <a:spcPts val="2200"/>
        </a:lnSpc>
        <a:spcBef>
          <a:spcPts val="0"/>
        </a:spcBef>
        <a:spcAft>
          <a:spcPts val="0"/>
        </a:spcAft>
        <a:buClrTx/>
        <a:buSzPct val="100000"/>
        <a:buFontTx/>
        <a:buChar char="»"/>
        <a:tabLst/>
        <a:defRPr sz="2400" b="0" i="0" u="none" strike="noStrike" cap="none" spc="0" baseline="0">
          <a:solidFill>
            <a:srgbClr val="000000"/>
          </a:solidFill>
          <a:uFill>
            <a:solidFill>
              <a:srgbClr val="000000"/>
            </a:solidFill>
          </a:uFill>
          <a:latin typeface="+mn-lt"/>
          <a:ea typeface="+mn-ea"/>
          <a:cs typeface="+mn-cs"/>
          <a:sym typeface="Arial"/>
        </a:defRPr>
      </a:lvl5pPr>
      <a:lvl6pPr marL="2590800" marR="0" indent="-304800" algn="l" defTabSz="914400" rtl="0" latinLnBrk="0">
        <a:lnSpc>
          <a:spcPts val="2200"/>
        </a:lnSpc>
        <a:spcBef>
          <a:spcPts val="0"/>
        </a:spcBef>
        <a:spcAft>
          <a:spcPts val="0"/>
        </a:spcAft>
        <a:buClrTx/>
        <a:buSzPct val="100000"/>
        <a:buFontTx/>
        <a:buChar char="•"/>
        <a:tabLst/>
        <a:defRPr sz="2400" b="0" i="0" u="none" strike="noStrike" cap="none" spc="0" baseline="0">
          <a:solidFill>
            <a:srgbClr val="000000"/>
          </a:solidFill>
          <a:uFill>
            <a:solidFill>
              <a:srgbClr val="000000"/>
            </a:solidFill>
          </a:uFill>
          <a:latin typeface="+mn-lt"/>
          <a:ea typeface="+mn-ea"/>
          <a:cs typeface="+mn-cs"/>
          <a:sym typeface="Arial"/>
        </a:defRPr>
      </a:lvl6pPr>
      <a:lvl7pPr marL="3048000" marR="0" indent="-304800" algn="l" defTabSz="914400" rtl="0" latinLnBrk="0">
        <a:lnSpc>
          <a:spcPts val="2200"/>
        </a:lnSpc>
        <a:spcBef>
          <a:spcPts val="0"/>
        </a:spcBef>
        <a:spcAft>
          <a:spcPts val="0"/>
        </a:spcAft>
        <a:buClrTx/>
        <a:buSzPct val="100000"/>
        <a:buFontTx/>
        <a:buChar char="•"/>
        <a:tabLst/>
        <a:defRPr sz="2400" b="0" i="0" u="none" strike="noStrike" cap="none" spc="0" baseline="0">
          <a:solidFill>
            <a:srgbClr val="000000"/>
          </a:solidFill>
          <a:uFill>
            <a:solidFill>
              <a:srgbClr val="000000"/>
            </a:solidFill>
          </a:uFill>
          <a:latin typeface="+mn-lt"/>
          <a:ea typeface="+mn-ea"/>
          <a:cs typeface="+mn-cs"/>
          <a:sym typeface="Arial"/>
        </a:defRPr>
      </a:lvl7pPr>
      <a:lvl8pPr marL="3505200" marR="0" indent="-304800" algn="l" defTabSz="914400" rtl="0" latinLnBrk="0">
        <a:lnSpc>
          <a:spcPts val="2200"/>
        </a:lnSpc>
        <a:spcBef>
          <a:spcPts val="0"/>
        </a:spcBef>
        <a:spcAft>
          <a:spcPts val="0"/>
        </a:spcAft>
        <a:buClrTx/>
        <a:buSzPct val="100000"/>
        <a:buFontTx/>
        <a:buChar char="•"/>
        <a:tabLst/>
        <a:defRPr sz="2400" b="0" i="0" u="none" strike="noStrike" cap="none" spc="0" baseline="0">
          <a:solidFill>
            <a:srgbClr val="000000"/>
          </a:solidFill>
          <a:uFill>
            <a:solidFill>
              <a:srgbClr val="000000"/>
            </a:solidFill>
          </a:uFill>
          <a:latin typeface="+mn-lt"/>
          <a:ea typeface="+mn-ea"/>
          <a:cs typeface="+mn-cs"/>
          <a:sym typeface="Arial"/>
        </a:defRPr>
      </a:lvl8pPr>
      <a:lvl9pPr marL="3962400" marR="0" indent="-304800" algn="l" defTabSz="914400" rtl="0" latinLnBrk="0">
        <a:lnSpc>
          <a:spcPts val="2200"/>
        </a:lnSpc>
        <a:spcBef>
          <a:spcPts val="0"/>
        </a:spcBef>
        <a:spcAft>
          <a:spcPts val="0"/>
        </a:spcAft>
        <a:buClrTx/>
        <a:buSzPct val="100000"/>
        <a:buFontTx/>
        <a:buChar char="•"/>
        <a:tabLst/>
        <a:defRPr sz="2400" b="0" i="0" u="none" strike="noStrike" cap="none" spc="0" baseline="0">
          <a:solidFill>
            <a:srgbClr val="000000"/>
          </a:solidFill>
          <a:uFill>
            <a:solidFill>
              <a:srgbClr val="000000"/>
            </a:solidFill>
          </a:uFill>
          <a:latin typeface="+mn-lt"/>
          <a:ea typeface="+mn-ea"/>
          <a:cs typeface="+mn-cs"/>
          <a:sym typeface="Arial"/>
        </a:defRPr>
      </a:lvl9pPr>
    </p:bodyStyle>
    <p:otherStyle>
      <a:lvl1pPr marL="0" marR="0" indent="0" algn="ctr" defTabSz="457200" latinLnBrk="0">
        <a:lnSpc>
          <a:spcPct val="100000"/>
        </a:lnSpc>
        <a:spcBef>
          <a:spcPts val="0"/>
        </a:spcBef>
        <a:spcAft>
          <a:spcPts val="0"/>
        </a:spcAft>
        <a:buClrTx/>
        <a:buSzTx/>
        <a:buFontTx/>
        <a:buNone/>
        <a:tabLst/>
        <a:defRPr sz="2400" b="1" i="0" u="none" strike="noStrike" cap="none" spc="0" baseline="0">
          <a:solidFill>
            <a:schemeClr val="tx1"/>
          </a:solidFill>
          <a:uFill>
            <a:solidFill>
              <a:srgbClr val="000000"/>
            </a:solidFill>
          </a:uFill>
          <a:latin typeface="+mn-lt"/>
          <a:ea typeface="+mn-ea"/>
          <a:cs typeface="+mn-cs"/>
          <a:sym typeface="Helvetica"/>
        </a:defRPr>
      </a:lvl1pPr>
      <a:lvl2pPr marL="0" marR="0" indent="457200" algn="ctr" defTabSz="457200" latinLnBrk="0">
        <a:lnSpc>
          <a:spcPct val="100000"/>
        </a:lnSpc>
        <a:spcBef>
          <a:spcPts val="0"/>
        </a:spcBef>
        <a:spcAft>
          <a:spcPts val="0"/>
        </a:spcAft>
        <a:buClrTx/>
        <a:buSzTx/>
        <a:buFontTx/>
        <a:buNone/>
        <a:tabLst/>
        <a:defRPr sz="2400" b="1" i="0" u="none" strike="noStrike" cap="none" spc="0" baseline="0">
          <a:solidFill>
            <a:schemeClr val="tx1"/>
          </a:solidFill>
          <a:uFill>
            <a:solidFill>
              <a:srgbClr val="000000"/>
            </a:solidFill>
          </a:uFill>
          <a:latin typeface="+mn-lt"/>
          <a:ea typeface="+mn-ea"/>
          <a:cs typeface="+mn-cs"/>
          <a:sym typeface="Helvetica"/>
        </a:defRPr>
      </a:lvl2pPr>
      <a:lvl3pPr marL="0" marR="0" indent="914400" algn="ctr" defTabSz="457200" latinLnBrk="0">
        <a:lnSpc>
          <a:spcPct val="100000"/>
        </a:lnSpc>
        <a:spcBef>
          <a:spcPts val="0"/>
        </a:spcBef>
        <a:spcAft>
          <a:spcPts val="0"/>
        </a:spcAft>
        <a:buClrTx/>
        <a:buSzTx/>
        <a:buFontTx/>
        <a:buNone/>
        <a:tabLst/>
        <a:defRPr sz="2400" b="1" i="0" u="none" strike="noStrike" cap="none" spc="0" baseline="0">
          <a:solidFill>
            <a:schemeClr val="tx1"/>
          </a:solidFill>
          <a:uFill>
            <a:solidFill>
              <a:srgbClr val="000000"/>
            </a:solidFill>
          </a:uFill>
          <a:latin typeface="+mn-lt"/>
          <a:ea typeface="+mn-ea"/>
          <a:cs typeface="+mn-cs"/>
          <a:sym typeface="Helvetica"/>
        </a:defRPr>
      </a:lvl3pPr>
      <a:lvl4pPr marL="0" marR="0" indent="1371600" algn="ctr" defTabSz="457200" latinLnBrk="0">
        <a:lnSpc>
          <a:spcPct val="100000"/>
        </a:lnSpc>
        <a:spcBef>
          <a:spcPts val="0"/>
        </a:spcBef>
        <a:spcAft>
          <a:spcPts val="0"/>
        </a:spcAft>
        <a:buClrTx/>
        <a:buSzTx/>
        <a:buFontTx/>
        <a:buNone/>
        <a:tabLst/>
        <a:defRPr sz="2400" b="1" i="0" u="none" strike="noStrike" cap="none" spc="0" baseline="0">
          <a:solidFill>
            <a:schemeClr val="tx1"/>
          </a:solidFill>
          <a:uFill>
            <a:solidFill>
              <a:srgbClr val="000000"/>
            </a:solidFill>
          </a:uFill>
          <a:latin typeface="+mn-lt"/>
          <a:ea typeface="+mn-ea"/>
          <a:cs typeface="+mn-cs"/>
          <a:sym typeface="Helvetica"/>
        </a:defRPr>
      </a:lvl4pPr>
      <a:lvl5pPr marL="0" marR="0" indent="1828800" algn="ctr" defTabSz="457200" latinLnBrk="0">
        <a:lnSpc>
          <a:spcPct val="100000"/>
        </a:lnSpc>
        <a:spcBef>
          <a:spcPts val="0"/>
        </a:spcBef>
        <a:spcAft>
          <a:spcPts val="0"/>
        </a:spcAft>
        <a:buClrTx/>
        <a:buSzTx/>
        <a:buFontTx/>
        <a:buNone/>
        <a:tabLst/>
        <a:defRPr sz="2400" b="1" i="0" u="none" strike="noStrike" cap="none" spc="0" baseline="0">
          <a:solidFill>
            <a:schemeClr val="tx1"/>
          </a:solidFill>
          <a:uFill>
            <a:solidFill>
              <a:srgbClr val="000000"/>
            </a:solidFill>
          </a:uFill>
          <a:latin typeface="+mn-lt"/>
          <a:ea typeface="+mn-ea"/>
          <a:cs typeface="+mn-cs"/>
          <a:sym typeface="Helvetica"/>
        </a:defRPr>
      </a:lvl5pPr>
      <a:lvl6pPr marL="0" marR="0" indent="0" algn="ctr" defTabSz="457200" latinLnBrk="0">
        <a:lnSpc>
          <a:spcPct val="100000"/>
        </a:lnSpc>
        <a:spcBef>
          <a:spcPts val="0"/>
        </a:spcBef>
        <a:spcAft>
          <a:spcPts val="0"/>
        </a:spcAft>
        <a:buClrTx/>
        <a:buSzTx/>
        <a:buFontTx/>
        <a:buNone/>
        <a:tabLst/>
        <a:defRPr sz="2400" b="1" i="0" u="none" strike="noStrike" cap="none" spc="0" baseline="0">
          <a:solidFill>
            <a:schemeClr val="tx1"/>
          </a:solidFill>
          <a:uFill>
            <a:solidFill>
              <a:srgbClr val="000000"/>
            </a:solidFill>
          </a:uFill>
          <a:latin typeface="+mn-lt"/>
          <a:ea typeface="+mn-ea"/>
          <a:cs typeface="+mn-cs"/>
          <a:sym typeface="Helvetica"/>
        </a:defRPr>
      </a:lvl6pPr>
      <a:lvl7pPr marL="0" marR="0" indent="0" algn="ctr" defTabSz="457200" latinLnBrk="0">
        <a:lnSpc>
          <a:spcPct val="100000"/>
        </a:lnSpc>
        <a:spcBef>
          <a:spcPts val="0"/>
        </a:spcBef>
        <a:spcAft>
          <a:spcPts val="0"/>
        </a:spcAft>
        <a:buClrTx/>
        <a:buSzTx/>
        <a:buFontTx/>
        <a:buNone/>
        <a:tabLst/>
        <a:defRPr sz="2400" b="1" i="0" u="none" strike="noStrike" cap="none" spc="0" baseline="0">
          <a:solidFill>
            <a:schemeClr val="tx1"/>
          </a:solidFill>
          <a:uFill>
            <a:solidFill>
              <a:srgbClr val="000000"/>
            </a:solidFill>
          </a:uFill>
          <a:latin typeface="+mn-lt"/>
          <a:ea typeface="+mn-ea"/>
          <a:cs typeface="+mn-cs"/>
          <a:sym typeface="Helvetica"/>
        </a:defRPr>
      </a:lvl7pPr>
      <a:lvl8pPr marL="0" marR="0" indent="0" algn="ctr" defTabSz="457200" latinLnBrk="0">
        <a:lnSpc>
          <a:spcPct val="100000"/>
        </a:lnSpc>
        <a:spcBef>
          <a:spcPts val="0"/>
        </a:spcBef>
        <a:spcAft>
          <a:spcPts val="0"/>
        </a:spcAft>
        <a:buClrTx/>
        <a:buSzTx/>
        <a:buFontTx/>
        <a:buNone/>
        <a:tabLst/>
        <a:defRPr sz="2400" b="1" i="0" u="none" strike="noStrike" cap="none" spc="0" baseline="0">
          <a:solidFill>
            <a:schemeClr val="tx1"/>
          </a:solidFill>
          <a:uFill>
            <a:solidFill>
              <a:srgbClr val="000000"/>
            </a:solidFill>
          </a:uFill>
          <a:latin typeface="+mn-lt"/>
          <a:ea typeface="+mn-ea"/>
          <a:cs typeface="+mn-cs"/>
          <a:sym typeface="Helvetica"/>
        </a:defRPr>
      </a:lvl8pPr>
      <a:lvl9pPr marL="0" marR="0" indent="0" algn="ctr" defTabSz="457200" latinLnBrk="0">
        <a:lnSpc>
          <a:spcPct val="100000"/>
        </a:lnSpc>
        <a:spcBef>
          <a:spcPts val="0"/>
        </a:spcBef>
        <a:spcAft>
          <a:spcPts val="0"/>
        </a:spcAft>
        <a:buClrTx/>
        <a:buSzTx/>
        <a:buFontTx/>
        <a:buNone/>
        <a:tabLst/>
        <a:defRPr sz="2400" b="1" i="0" u="none" strike="noStrike" cap="none" spc="0" baseline="0">
          <a:solidFill>
            <a:schemeClr val="tx1"/>
          </a:solidFill>
          <a:uFill>
            <a:solidFill>
              <a:srgbClr val="000000"/>
            </a:solidFill>
          </a:uFill>
          <a:latin typeface="+mn-lt"/>
          <a:ea typeface="+mn-ea"/>
          <a:cs typeface="+mn-cs"/>
          <a:sym typeface="Helvetica"/>
        </a:defRPr>
      </a:lvl9pPr>
    </p:otherStyle>
  </p:txStyles>
  <p:extLst>
    <p:ext uri="{27BBF7A9-308A-43DC-89C8-2F10F3537804}">
      <p15:sldGuideLst xmlns:p15="http://schemas.microsoft.com/office/powerpoint/2012/main">
        <p15:guide id="1" orient="horz" pos="6624" userDrawn="1">
          <p15:clr>
            <a:srgbClr val="F26B43"/>
          </p15:clr>
        </p15:guide>
        <p15:guide id="2" pos="9696"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video" Target="../media/media1.webm"/><Relationship Id="rId1" Type="http://schemas.microsoft.com/office/2007/relationships/media" Target="../media/media1.webm"/><Relationship Id="rId5" Type="http://schemas.openxmlformats.org/officeDocument/2006/relationships/image" Target="../media/image6.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0248547E-21D7-31F7-ADD3-07AC8FDC7AC7}"/>
              </a:ext>
            </a:extLst>
          </p:cNvPr>
          <p:cNvSpPr>
            <a:spLocks noGrp="1"/>
          </p:cNvSpPr>
          <p:nvPr>
            <p:ph type="body" sz="quarter" idx="10"/>
          </p:nvPr>
        </p:nvSpPr>
        <p:spPr/>
        <p:txBody>
          <a:bodyPr/>
          <a:lstStyle/>
          <a:p>
            <a:pPr marL="0" indent="0"/>
            <a:r>
              <a:rPr lang="en-US" dirty="0"/>
              <a:t>Interactive SSI Wallet</a:t>
            </a:r>
          </a:p>
        </p:txBody>
      </p:sp>
      <p:sp>
        <p:nvSpPr>
          <p:cNvPr id="7" name="Text Placeholder 6">
            <a:extLst>
              <a:ext uri="{FF2B5EF4-FFF2-40B4-BE49-F238E27FC236}">
                <a16:creationId xmlns:a16="http://schemas.microsoft.com/office/drawing/2014/main" id="{6AF2AB9F-E65F-94AE-5C0F-FC0915873E74}"/>
              </a:ext>
            </a:extLst>
          </p:cNvPr>
          <p:cNvSpPr>
            <a:spLocks noGrp="1"/>
          </p:cNvSpPr>
          <p:nvPr>
            <p:ph type="body" sz="quarter" idx="11"/>
          </p:nvPr>
        </p:nvSpPr>
        <p:spPr/>
        <p:txBody>
          <a:bodyPr/>
          <a:lstStyle/>
          <a:p>
            <a:pPr marL="0" indent="0"/>
            <a:r>
              <a:rPr lang="en-US" dirty="0"/>
              <a:t>Transparent, </a:t>
            </a:r>
            <a:r>
              <a:rPr lang="en-US" dirty="0" err="1"/>
              <a:t>DIDComm</a:t>
            </a:r>
            <a:r>
              <a:rPr lang="en-US" dirty="0"/>
              <a:t>-based Self-Sovereign Identity</a:t>
            </a:r>
          </a:p>
        </p:txBody>
      </p:sp>
      <p:sp>
        <p:nvSpPr>
          <p:cNvPr id="2" name="Google Shape;49;p6">
            <a:extLst>
              <a:ext uri="{FF2B5EF4-FFF2-40B4-BE49-F238E27FC236}">
                <a16:creationId xmlns:a16="http://schemas.microsoft.com/office/drawing/2014/main" id="{01E18F0B-618E-78C7-96FC-D3EE61309FE8}"/>
              </a:ext>
            </a:extLst>
          </p:cNvPr>
          <p:cNvSpPr txBox="1"/>
          <p:nvPr/>
        </p:nvSpPr>
        <p:spPr>
          <a:xfrm>
            <a:off x="732807" y="11917147"/>
            <a:ext cx="11968000" cy="632000"/>
          </a:xfrm>
          <a:prstGeom prst="rect">
            <a:avLst/>
          </a:prstGeom>
          <a:noFill/>
          <a:ln>
            <a:noFill/>
          </a:ln>
        </p:spPr>
        <p:txBody>
          <a:bodyPr spcFirstLastPara="1" wrap="square" lIns="243800" tIns="243800" rIns="243800" bIns="243800" anchor="t" anchorCtr="0">
            <a:noAutofit/>
          </a:bodyPr>
          <a:lstStyle/>
          <a:p>
            <a:pPr algn="l"/>
            <a:r>
              <a:rPr lang="en-US" sz="2400" dirty="0"/>
              <a:t>Julian Böhm · Maximilian Kolb · Adrian Brag · Arian Kabiri · Lennard Becker</a:t>
            </a:r>
            <a:endParaRPr sz="2400" dirty="0"/>
          </a:p>
        </p:txBody>
      </p:sp>
    </p:spTree>
    <p:extLst>
      <p:ext uri="{BB962C8B-B14F-4D97-AF65-F5344CB8AC3E}">
        <p14:creationId xmlns:p14="http://schemas.microsoft.com/office/powerpoint/2010/main" val="2427399185"/>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7"/>
          <p:cNvSpPr txBox="1">
            <a:spLocks noGrp="1"/>
          </p:cNvSpPr>
          <p:nvPr>
            <p:ph type="body" idx="1"/>
          </p:nvPr>
        </p:nvSpPr>
        <p:spPr>
          <a:xfrm>
            <a:off x="1555995" y="12796688"/>
            <a:ext cx="19190400" cy="364800"/>
          </a:xfrm>
          <a:prstGeom prst="rect">
            <a:avLst/>
          </a:prstGeom>
        </p:spPr>
        <p:txBody>
          <a:bodyPr spcFirstLastPara="1" wrap="square" lIns="91400" tIns="45733" rIns="91400" bIns="45733" anchor="t" anchorCtr="0">
            <a:noAutofit/>
          </a:bodyPr>
          <a:lstStyle/>
          <a:p>
            <a:pPr marL="0" indent="0">
              <a:buClr>
                <a:schemeClr val="lt1"/>
              </a:buClr>
            </a:pPr>
            <a:r>
              <a:rPr lang="en-US" i="1">
                <a:solidFill>
                  <a:schemeClr val="dk1"/>
                </a:solidFill>
                <a:latin typeface="Calibri"/>
                <a:ea typeface="Calibri"/>
                <a:cs typeface="Calibri"/>
                <a:sym typeface="Calibri"/>
              </a:rPr>
              <a:t>2026 | Internet of Services Lab | Page 2</a:t>
            </a:r>
            <a:endParaRPr i="1">
              <a:solidFill>
                <a:schemeClr val="dk1"/>
              </a:solidFill>
              <a:latin typeface="Calibri"/>
              <a:ea typeface="Calibri"/>
              <a:cs typeface="Calibri"/>
              <a:sym typeface="Calibri"/>
            </a:endParaRPr>
          </a:p>
          <a:p>
            <a:pPr marL="0" indent="0"/>
            <a:endParaRPr i="1">
              <a:solidFill>
                <a:schemeClr val="dk1"/>
              </a:solidFill>
            </a:endParaRPr>
          </a:p>
        </p:txBody>
      </p:sp>
      <p:sp>
        <p:nvSpPr>
          <p:cNvPr id="56" name="Google Shape;56;p7"/>
          <p:cNvSpPr txBox="1">
            <a:spLocks noGrp="1"/>
          </p:cNvSpPr>
          <p:nvPr>
            <p:ph type="body" idx="2"/>
          </p:nvPr>
        </p:nvSpPr>
        <p:spPr>
          <a:xfrm>
            <a:off x="850901" y="457200"/>
            <a:ext cx="18378400" cy="735200"/>
          </a:xfrm>
          <a:prstGeom prst="rect">
            <a:avLst/>
          </a:prstGeom>
        </p:spPr>
        <p:txBody>
          <a:bodyPr spcFirstLastPara="1" wrap="square" lIns="91400" tIns="0" rIns="91400" bIns="0" anchor="t" anchorCtr="0">
            <a:noAutofit/>
          </a:bodyPr>
          <a:lstStyle/>
          <a:p>
            <a:pPr marL="0" indent="0">
              <a:buClr>
                <a:srgbClr val="990011"/>
              </a:buClr>
              <a:buSzPts val="2200"/>
            </a:pPr>
            <a:r>
              <a:rPr lang="en-US" sz="5867" dirty="0">
                <a:solidFill>
                  <a:srgbClr val="990011"/>
                </a:solidFill>
              </a:rPr>
              <a:t>Agenda</a:t>
            </a:r>
            <a:endParaRPr sz="5867" b="0" dirty="0">
              <a:solidFill>
                <a:schemeClr val="dk1"/>
              </a:solidFill>
            </a:endParaRPr>
          </a:p>
          <a:p>
            <a:pPr marL="0" indent="0"/>
            <a:endParaRPr dirty="0"/>
          </a:p>
        </p:txBody>
      </p:sp>
      <p:sp>
        <p:nvSpPr>
          <p:cNvPr id="57" name="Google Shape;57;p7"/>
          <p:cNvSpPr txBox="1">
            <a:spLocks noGrp="1"/>
          </p:cNvSpPr>
          <p:nvPr>
            <p:ph type="body" idx="4"/>
          </p:nvPr>
        </p:nvSpPr>
        <p:spPr>
          <a:xfrm>
            <a:off x="850901" y="2981739"/>
            <a:ext cx="18383200" cy="9352000"/>
          </a:xfrm>
          <a:prstGeom prst="rect">
            <a:avLst/>
          </a:prstGeom>
        </p:spPr>
        <p:txBody>
          <a:bodyPr spcFirstLastPara="1" wrap="square" lIns="91400" tIns="45733" rIns="91400" bIns="45733" anchor="t" anchorCtr="0">
            <a:noAutofit/>
          </a:bodyPr>
          <a:lstStyle/>
          <a:p>
            <a:pPr marL="1081621" indent="-742950">
              <a:lnSpc>
                <a:spcPct val="200000"/>
              </a:lnSpc>
              <a:buClr>
                <a:srgbClr val="1D2125"/>
              </a:buClr>
              <a:buSzPct val="100000"/>
              <a:buFont typeface="+mj-lt"/>
              <a:buAutoNum type="arabicPeriod"/>
            </a:pPr>
            <a:r>
              <a:rPr lang="en-US" sz="4267" dirty="0">
                <a:solidFill>
                  <a:srgbClr val="1A1A1A"/>
                </a:solidFill>
              </a:rPr>
              <a:t>Problem &amp; Solution Approach</a:t>
            </a:r>
            <a:endParaRPr sz="4267" dirty="0">
              <a:solidFill>
                <a:srgbClr val="1A1A1A"/>
              </a:solidFill>
            </a:endParaRPr>
          </a:p>
          <a:p>
            <a:pPr marL="1081621" indent="-742950">
              <a:lnSpc>
                <a:spcPct val="200000"/>
              </a:lnSpc>
              <a:buClr>
                <a:srgbClr val="1D2125"/>
              </a:buClr>
              <a:buSzPct val="100000"/>
              <a:buFont typeface="+mj-lt"/>
              <a:buAutoNum type="arabicPeriod"/>
            </a:pPr>
            <a:r>
              <a:rPr lang="en-US" sz="4267" dirty="0">
                <a:solidFill>
                  <a:srgbClr val="1A1A1A"/>
                </a:solidFill>
              </a:rPr>
              <a:t>System Architecture &amp; Design</a:t>
            </a:r>
            <a:endParaRPr sz="4267" dirty="0"/>
          </a:p>
          <a:p>
            <a:pPr marL="1081621" indent="-742950">
              <a:lnSpc>
                <a:spcPct val="200000"/>
              </a:lnSpc>
              <a:buClr>
                <a:srgbClr val="1D2125"/>
              </a:buClr>
              <a:buSzPct val="100000"/>
              <a:buFont typeface="+mj-lt"/>
              <a:buAutoNum type="arabicPeriod"/>
            </a:pPr>
            <a:r>
              <a:rPr lang="en-US" sz="4267" dirty="0">
                <a:solidFill>
                  <a:srgbClr val="1A1A1A"/>
                </a:solidFill>
              </a:rPr>
              <a:t>Tech Stack &amp; Tools</a:t>
            </a:r>
            <a:endParaRPr sz="4267" dirty="0"/>
          </a:p>
          <a:p>
            <a:pPr marL="1081621" indent="-742950">
              <a:lnSpc>
                <a:spcPct val="200000"/>
              </a:lnSpc>
              <a:buClr>
                <a:srgbClr val="1D2125"/>
              </a:buClr>
              <a:buSzPct val="100000"/>
              <a:buFont typeface="+mj-lt"/>
              <a:buAutoNum type="arabicPeriod"/>
            </a:pPr>
            <a:r>
              <a:rPr lang="en-US" sz="4267" dirty="0">
                <a:solidFill>
                  <a:srgbClr val="1A1A1A"/>
                </a:solidFill>
              </a:rPr>
              <a:t>Work Distribution &amp; Collaboration</a:t>
            </a:r>
            <a:endParaRPr sz="4267" dirty="0"/>
          </a:p>
          <a:p>
            <a:pPr marL="1081621" indent="-742950">
              <a:lnSpc>
                <a:spcPct val="200000"/>
              </a:lnSpc>
              <a:buClr>
                <a:srgbClr val="1D2125"/>
              </a:buClr>
              <a:buSzPct val="100000"/>
              <a:buFont typeface="+mj-lt"/>
              <a:buAutoNum type="arabicPeriod"/>
            </a:pPr>
            <a:r>
              <a:rPr lang="en-US" sz="4267" dirty="0">
                <a:solidFill>
                  <a:srgbClr val="1A1A1A"/>
                </a:solidFill>
              </a:rPr>
              <a:t>MVP Demo</a:t>
            </a:r>
            <a:endParaRPr sz="4267" dirty="0"/>
          </a:p>
          <a:p>
            <a:pPr marL="1081621" indent="-742950">
              <a:lnSpc>
                <a:spcPct val="200000"/>
              </a:lnSpc>
              <a:buClr>
                <a:srgbClr val="1D2125"/>
              </a:buClr>
              <a:buSzPct val="100000"/>
              <a:buFont typeface="+mj-lt"/>
              <a:buAutoNum type="arabicPeriod"/>
            </a:pPr>
            <a:r>
              <a:rPr lang="en-US" sz="4267" dirty="0">
                <a:solidFill>
                  <a:srgbClr val="1A1A1A"/>
                </a:solidFill>
              </a:rPr>
              <a:t>Next Steps &amp; Roadmap</a:t>
            </a:r>
            <a:endParaRPr sz="4267"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8"/>
          <p:cNvSpPr txBox="1">
            <a:spLocks noGrp="1"/>
          </p:cNvSpPr>
          <p:nvPr>
            <p:ph type="body" idx="1"/>
          </p:nvPr>
        </p:nvSpPr>
        <p:spPr>
          <a:xfrm>
            <a:off x="1555995" y="12796688"/>
            <a:ext cx="19190400" cy="364800"/>
          </a:xfrm>
          <a:prstGeom prst="rect">
            <a:avLst/>
          </a:prstGeom>
        </p:spPr>
        <p:txBody>
          <a:bodyPr spcFirstLastPara="1" wrap="square" lIns="91400" tIns="45733" rIns="91400" bIns="45733" anchor="t" anchorCtr="0">
            <a:noAutofit/>
          </a:bodyPr>
          <a:lstStyle/>
          <a:p>
            <a:pPr marL="0" indent="0"/>
            <a:r>
              <a:rPr lang="en-US" i="1">
                <a:solidFill>
                  <a:schemeClr val="dk1"/>
                </a:solidFill>
                <a:latin typeface="Calibri"/>
                <a:ea typeface="Calibri"/>
                <a:cs typeface="Calibri"/>
                <a:sym typeface="Calibri"/>
              </a:rPr>
              <a:t>2026 | Internet of Services Lab | Page 3</a:t>
            </a:r>
            <a:endParaRPr i="1">
              <a:solidFill>
                <a:schemeClr val="dk1"/>
              </a:solidFill>
              <a:latin typeface="Calibri"/>
              <a:ea typeface="Calibri"/>
              <a:cs typeface="Calibri"/>
              <a:sym typeface="Calibri"/>
            </a:endParaRPr>
          </a:p>
          <a:p>
            <a:pPr marL="0" indent="0"/>
            <a:endParaRPr i="1">
              <a:solidFill>
                <a:schemeClr val="dk1"/>
              </a:solidFill>
            </a:endParaRPr>
          </a:p>
        </p:txBody>
      </p:sp>
      <p:sp>
        <p:nvSpPr>
          <p:cNvPr id="64" name="Google Shape;64;p8"/>
          <p:cNvSpPr txBox="1">
            <a:spLocks noGrp="1"/>
          </p:cNvSpPr>
          <p:nvPr>
            <p:ph type="body" idx="2"/>
          </p:nvPr>
        </p:nvSpPr>
        <p:spPr>
          <a:xfrm>
            <a:off x="850901" y="457200"/>
            <a:ext cx="18378400" cy="735200"/>
          </a:xfrm>
          <a:prstGeom prst="rect">
            <a:avLst/>
          </a:prstGeom>
        </p:spPr>
        <p:txBody>
          <a:bodyPr spcFirstLastPara="1" wrap="square" lIns="91400" tIns="0" rIns="91400" bIns="0" anchor="t" anchorCtr="0">
            <a:noAutofit/>
          </a:bodyPr>
          <a:lstStyle/>
          <a:p>
            <a:pPr marL="0" indent="0"/>
            <a:r>
              <a:rPr lang="en-US" sz="5867" dirty="0">
                <a:solidFill>
                  <a:srgbClr val="990011"/>
                </a:solidFill>
              </a:rPr>
              <a:t>Problem &amp; Solution Approach </a:t>
            </a:r>
            <a:endParaRPr sz="5867" dirty="0">
              <a:solidFill>
                <a:srgbClr val="990011"/>
              </a:solidFill>
            </a:endParaRPr>
          </a:p>
          <a:p>
            <a:pPr marL="0" indent="0"/>
            <a:endParaRPr sz="5867" dirty="0">
              <a:solidFill>
                <a:srgbClr val="990011"/>
              </a:solidFill>
              <a:latin typeface="Calibri"/>
              <a:ea typeface="Calibri"/>
              <a:cs typeface="Calibri"/>
              <a:sym typeface="Calibri"/>
            </a:endParaRPr>
          </a:p>
          <a:p>
            <a:pPr marL="0" indent="0"/>
            <a:endParaRPr dirty="0"/>
          </a:p>
        </p:txBody>
      </p:sp>
      <p:sp>
        <p:nvSpPr>
          <p:cNvPr id="65" name="Google Shape;65;p8"/>
          <p:cNvSpPr/>
          <p:nvPr/>
        </p:nvSpPr>
        <p:spPr>
          <a:xfrm>
            <a:off x="846200" y="2975533"/>
            <a:ext cx="9189600" cy="9261600"/>
          </a:xfrm>
          <a:prstGeom prst="rect">
            <a:avLst/>
          </a:prstGeom>
          <a:solidFill>
            <a:srgbClr val="990011"/>
          </a:solidFill>
          <a:ln w="12700" cap="flat" cmpd="sng">
            <a:solidFill>
              <a:srgbClr val="99001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243800" tIns="243800" rIns="243800" bIns="243800" anchor="ctr" anchorCtr="0">
            <a:noAutofit/>
          </a:bodyPr>
          <a:lstStyle/>
          <a:p>
            <a:pPr algn="l"/>
            <a:endParaRPr sz="5867"/>
          </a:p>
        </p:txBody>
      </p:sp>
      <p:sp>
        <p:nvSpPr>
          <p:cNvPr id="66" name="Google Shape;66;p8"/>
          <p:cNvSpPr/>
          <p:nvPr/>
        </p:nvSpPr>
        <p:spPr>
          <a:xfrm>
            <a:off x="1263920" y="3097453"/>
            <a:ext cx="8354400" cy="1219200"/>
          </a:xfrm>
          <a:prstGeom prst="rect">
            <a:avLst/>
          </a:prstGeom>
          <a:noFill/>
          <a:ln>
            <a:noFill/>
          </a:ln>
        </p:spPr>
        <p:txBody>
          <a:bodyPr spcFirstLastPara="1" wrap="square" lIns="0" tIns="0" rIns="0" bIns="0" anchor="ctr" anchorCtr="0">
            <a:noAutofit/>
          </a:bodyPr>
          <a:lstStyle/>
          <a:p>
            <a:pPr algn="l">
              <a:buClr>
                <a:srgbClr val="FFFFFF"/>
              </a:buClr>
              <a:buSzPts val="1600"/>
            </a:pPr>
            <a:r>
              <a:rPr lang="en-US" sz="4267" b="1">
                <a:solidFill>
                  <a:srgbClr val="FFFFFF"/>
                </a:solidFill>
              </a:rPr>
              <a:t>The Problem</a:t>
            </a:r>
            <a:endParaRPr sz="4267">
              <a:solidFill>
                <a:schemeClr val="dk1"/>
              </a:solidFill>
            </a:endParaRPr>
          </a:p>
        </p:txBody>
      </p:sp>
      <p:sp>
        <p:nvSpPr>
          <p:cNvPr id="67" name="Google Shape;67;p8"/>
          <p:cNvSpPr/>
          <p:nvPr/>
        </p:nvSpPr>
        <p:spPr>
          <a:xfrm>
            <a:off x="1263920" y="4560493"/>
            <a:ext cx="8354400" cy="7315200"/>
          </a:xfrm>
          <a:prstGeom prst="rect">
            <a:avLst/>
          </a:prstGeom>
          <a:noFill/>
          <a:ln>
            <a:noFill/>
          </a:ln>
        </p:spPr>
        <p:txBody>
          <a:bodyPr spcFirstLastPara="1" wrap="square" lIns="0" tIns="0" rIns="0" bIns="0" anchor="ctr" anchorCtr="0">
            <a:noAutofit/>
          </a:bodyPr>
          <a:lstStyle/>
          <a:p>
            <a:pPr algn="l">
              <a:lnSpc>
                <a:spcPct val="140000"/>
              </a:lnSpc>
              <a:buClr>
                <a:srgbClr val="FFFFFF"/>
              </a:buClr>
              <a:buSzPts val="1150"/>
            </a:pPr>
            <a:r>
              <a:rPr lang="en-US" sz="3067">
                <a:solidFill>
                  <a:srgbClr val="FFFFFF"/>
                </a:solidFill>
              </a:rPr>
              <a:t>→  Identity data is siloed and controlled by centralized providers</a:t>
            </a:r>
            <a:br>
              <a:rPr lang="en-US" sz="3067">
                <a:solidFill>
                  <a:srgbClr val="FFFFFF"/>
                </a:solidFill>
              </a:rPr>
            </a:br>
            <a:br>
              <a:rPr lang="en-US" sz="3067">
                <a:solidFill>
                  <a:srgbClr val="FFFFFF"/>
                </a:solidFill>
              </a:rPr>
            </a:br>
            <a:r>
              <a:rPr lang="en-US" sz="3067">
                <a:solidFill>
                  <a:srgbClr val="FFFFFF"/>
                </a:solidFill>
              </a:rPr>
              <a:t>→  Users have no insight into who verifies their credentials</a:t>
            </a:r>
            <a:br>
              <a:rPr lang="en-US" sz="3067">
                <a:solidFill>
                  <a:srgbClr val="FFFFFF"/>
                </a:solidFill>
              </a:rPr>
            </a:br>
            <a:br>
              <a:rPr lang="en-US" sz="3067">
                <a:solidFill>
                  <a:srgbClr val="FFFFFF"/>
                </a:solidFill>
              </a:rPr>
            </a:br>
            <a:r>
              <a:rPr lang="en-US" sz="3067">
                <a:solidFill>
                  <a:srgbClr val="FFFFFF"/>
                </a:solidFill>
              </a:rPr>
              <a:t>→  Revocations and DID changes are opaque to wallet holders</a:t>
            </a:r>
            <a:br>
              <a:rPr lang="en-US" sz="3067">
                <a:solidFill>
                  <a:srgbClr val="FFFFFF"/>
                </a:solidFill>
              </a:rPr>
            </a:br>
            <a:br>
              <a:rPr lang="en-US" sz="3067">
                <a:solidFill>
                  <a:srgbClr val="FFFFFF"/>
                </a:solidFill>
              </a:rPr>
            </a:br>
            <a:r>
              <a:rPr lang="en-US" sz="3067">
                <a:solidFill>
                  <a:srgbClr val="FFFFFF"/>
                </a:solidFill>
              </a:rPr>
              <a:t>→  No transparent log of interactions</a:t>
            </a:r>
            <a:endParaRPr sz="3067">
              <a:solidFill>
                <a:schemeClr val="dk1"/>
              </a:solidFill>
            </a:endParaRPr>
          </a:p>
        </p:txBody>
      </p:sp>
      <p:sp>
        <p:nvSpPr>
          <p:cNvPr id="68" name="Google Shape;68;p8"/>
          <p:cNvSpPr/>
          <p:nvPr/>
        </p:nvSpPr>
        <p:spPr>
          <a:xfrm>
            <a:off x="10542328" y="2975533"/>
            <a:ext cx="9189600" cy="9261600"/>
          </a:xfrm>
          <a:prstGeom prst="rect">
            <a:avLst/>
          </a:prstGeom>
          <a:solidFill>
            <a:srgbClr val="F4F4F4"/>
          </a:solidFill>
          <a:ln w="9525" cap="flat" cmpd="sng">
            <a:solidFill>
              <a:srgbClr val="CCCCC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243800" tIns="243800" rIns="243800" bIns="243800" anchor="ctr" anchorCtr="0">
            <a:noAutofit/>
          </a:bodyPr>
          <a:lstStyle/>
          <a:p>
            <a:pPr algn="l"/>
            <a:endParaRPr sz="5867"/>
          </a:p>
        </p:txBody>
      </p:sp>
      <p:sp>
        <p:nvSpPr>
          <p:cNvPr id="69" name="Google Shape;69;p8"/>
          <p:cNvSpPr/>
          <p:nvPr/>
        </p:nvSpPr>
        <p:spPr>
          <a:xfrm>
            <a:off x="10933341" y="3097453"/>
            <a:ext cx="8406400" cy="1219200"/>
          </a:xfrm>
          <a:prstGeom prst="rect">
            <a:avLst/>
          </a:prstGeom>
          <a:noFill/>
          <a:ln>
            <a:noFill/>
          </a:ln>
        </p:spPr>
        <p:txBody>
          <a:bodyPr spcFirstLastPara="1" wrap="square" lIns="0" tIns="0" rIns="0" bIns="0" anchor="ctr" anchorCtr="0">
            <a:noAutofit/>
          </a:bodyPr>
          <a:lstStyle/>
          <a:p>
            <a:pPr algn="l">
              <a:buClr>
                <a:srgbClr val="990011"/>
              </a:buClr>
              <a:buSzPts val="1600"/>
            </a:pPr>
            <a:r>
              <a:rPr lang="en-US" sz="4267" b="1">
                <a:solidFill>
                  <a:srgbClr val="990011"/>
                </a:solidFill>
              </a:rPr>
              <a:t>Our Solution</a:t>
            </a:r>
            <a:endParaRPr sz="4267">
              <a:solidFill>
                <a:schemeClr val="dk1"/>
              </a:solidFill>
            </a:endParaRPr>
          </a:p>
        </p:txBody>
      </p:sp>
      <p:sp>
        <p:nvSpPr>
          <p:cNvPr id="70" name="Google Shape;70;p8"/>
          <p:cNvSpPr/>
          <p:nvPr/>
        </p:nvSpPr>
        <p:spPr>
          <a:xfrm>
            <a:off x="10933341" y="4560493"/>
            <a:ext cx="8406400" cy="7315200"/>
          </a:xfrm>
          <a:prstGeom prst="rect">
            <a:avLst/>
          </a:prstGeom>
          <a:noFill/>
          <a:ln>
            <a:noFill/>
          </a:ln>
        </p:spPr>
        <p:txBody>
          <a:bodyPr spcFirstLastPara="1" wrap="square" lIns="0" tIns="0" rIns="0" bIns="0" anchor="ctr" anchorCtr="0">
            <a:noAutofit/>
          </a:bodyPr>
          <a:lstStyle/>
          <a:p>
            <a:pPr algn="l">
              <a:lnSpc>
                <a:spcPct val="140000"/>
              </a:lnSpc>
              <a:buClr>
                <a:srgbClr val="1A1A1A"/>
              </a:buClr>
              <a:buSzPts val="1150"/>
            </a:pPr>
            <a:r>
              <a:rPr lang="en-US" sz="3067">
                <a:solidFill>
                  <a:srgbClr val="1A1A1A"/>
                </a:solidFill>
              </a:rPr>
              <a:t>✓  SSI-based mobile wallet giving users full identity control</a:t>
            </a:r>
            <a:br>
              <a:rPr lang="en-US" sz="3067">
                <a:solidFill>
                  <a:srgbClr val="1A1A1A"/>
                </a:solidFill>
              </a:rPr>
            </a:br>
            <a:br>
              <a:rPr lang="en-US" sz="3067">
                <a:solidFill>
                  <a:srgbClr val="1A1A1A"/>
                </a:solidFill>
              </a:rPr>
            </a:br>
            <a:r>
              <a:rPr lang="en-US" sz="3067">
                <a:solidFill>
                  <a:srgbClr val="1A1A1A"/>
                </a:solidFill>
              </a:rPr>
              <a:t>✓  DIDComm for secure, standards-based messaging</a:t>
            </a:r>
            <a:br>
              <a:rPr lang="en-US" sz="3067">
                <a:solidFill>
                  <a:srgbClr val="1A1A1A"/>
                </a:solidFill>
              </a:rPr>
            </a:br>
            <a:br>
              <a:rPr lang="en-US" sz="3067">
                <a:solidFill>
                  <a:srgbClr val="1A1A1A"/>
                </a:solidFill>
              </a:rPr>
            </a:br>
            <a:r>
              <a:rPr lang="en-US" sz="3067">
                <a:solidFill>
                  <a:srgbClr val="1A1A1A"/>
                </a:solidFill>
              </a:rPr>
              <a:t>✓  Push notifications via mediator for real-time credential events</a:t>
            </a:r>
            <a:br>
              <a:rPr lang="en-US" sz="3067">
                <a:solidFill>
                  <a:srgbClr val="1A1A1A"/>
                </a:solidFill>
              </a:rPr>
            </a:br>
            <a:br>
              <a:rPr lang="en-US" sz="3067">
                <a:solidFill>
                  <a:srgbClr val="1A1A1A"/>
                </a:solidFill>
              </a:rPr>
            </a:br>
            <a:r>
              <a:rPr lang="en-US" sz="3067">
                <a:solidFill>
                  <a:srgbClr val="1A1A1A"/>
                </a:solidFill>
              </a:rPr>
              <a:t>✓  Transparency log exposing DID operations to the holder</a:t>
            </a:r>
            <a:endParaRPr sz="3067">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9"/>
          <p:cNvSpPr/>
          <p:nvPr/>
        </p:nvSpPr>
        <p:spPr>
          <a:xfrm>
            <a:off x="14947533" y="4663867"/>
            <a:ext cx="6603200" cy="43064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243800" tIns="243800" rIns="243800" bIns="243800" anchor="ctr" anchorCtr="0">
            <a:noAutofit/>
          </a:bodyPr>
          <a:lstStyle/>
          <a:p>
            <a:endParaRPr sz="5867">
              <a:solidFill>
                <a:schemeClr val="lt1"/>
              </a:solidFill>
            </a:endParaRPr>
          </a:p>
        </p:txBody>
      </p:sp>
      <p:sp>
        <p:nvSpPr>
          <p:cNvPr id="77" name="Google Shape;77;p9"/>
          <p:cNvSpPr txBox="1">
            <a:spLocks noGrp="1"/>
          </p:cNvSpPr>
          <p:nvPr>
            <p:ph type="body" idx="1"/>
          </p:nvPr>
        </p:nvSpPr>
        <p:spPr>
          <a:xfrm>
            <a:off x="1555995" y="12796688"/>
            <a:ext cx="19190400" cy="364800"/>
          </a:xfrm>
          <a:prstGeom prst="rect">
            <a:avLst/>
          </a:prstGeom>
        </p:spPr>
        <p:txBody>
          <a:bodyPr spcFirstLastPara="1" wrap="square" lIns="91400" tIns="45733" rIns="91400" bIns="45733" anchor="t" anchorCtr="0">
            <a:noAutofit/>
          </a:bodyPr>
          <a:lstStyle/>
          <a:p>
            <a:pPr marL="0" indent="0"/>
            <a:r>
              <a:rPr lang="en-US" i="1">
                <a:solidFill>
                  <a:schemeClr val="dk1"/>
                </a:solidFill>
                <a:latin typeface="Calibri"/>
                <a:ea typeface="Calibri"/>
                <a:cs typeface="Calibri"/>
                <a:sym typeface="Calibri"/>
              </a:rPr>
              <a:t>2026 | Internet of Services Lab | Page 4</a:t>
            </a:r>
            <a:endParaRPr i="1">
              <a:solidFill>
                <a:schemeClr val="dk1"/>
              </a:solidFill>
              <a:latin typeface="Calibri"/>
              <a:ea typeface="Calibri"/>
              <a:cs typeface="Calibri"/>
              <a:sym typeface="Calibri"/>
            </a:endParaRPr>
          </a:p>
          <a:p>
            <a:pPr marL="0" indent="0"/>
            <a:endParaRPr i="1">
              <a:solidFill>
                <a:schemeClr val="dk1"/>
              </a:solidFill>
            </a:endParaRPr>
          </a:p>
        </p:txBody>
      </p:sp>
      <p:sp>
        <p:nvSpPr>
          <p:cNvPr id="78" name="Google Shape;78;p9"/>
          <p:cNvSpPr txBox="1">
            <a:spLocks noGrp="1"/>
          </p:cNvSpPr>
          <p:nvPr>
            <p:ph type="body" idx="2"/>
          </p:nvPr>
        </p:nvSpPr>
        <p:spPr>
          <a:xfrm>
            <a:off x="850901" y="457200"/>
            <a:ext cx="18378400" cy="735200"/>
          </a:xfrm>
          <a:prstGeom prst="rect">
            <a:avLst/>
          </a:prstGeom>
        </p:spPr>
        <p:txBody>
          <a:bodyPr spcFirstLastPara="1" wrap="square" lIns="91400" tIns="0" rIns="91400" bIns="0" anchor="t" anchorCtr="0">
            <a:noAutofit/>
          </a:bodyPr>
          <a:lstStyle/>
          <a:p>
            <a:pPr marL="0" indent="0"/>
            <a:r>
              <a:rPr lang="en-US" sz="5867" dirty="0">
                <a:solidFill>
                  <a:srgbClr val="990011"/>
                </a:solidFill>
              </a:rPr>
              <a:t>System Architecture</a:t>
            </a:r>
            <a:endParaRPr sz="5867" dirty="0">
              <a:solidFill>
                <a:srgbClr val="990011"/>
              </a:solidFill>
            </a:endParaRPr>
          </a:p>
          <a:p>
            <a:pPr marL="0" indent="0"/>
            <a:endParaRPr sz="5867" dirty="0">
              <a:solidFill>
                <a:srgbClr val="990011"/>
              </a:solidFill>
            </a:endParaRPr>
          </a:p>
          <a:p>
            <a:pPr marL="0" indent="0"/>
            <a:endParaRPr sz="5867" dirty="0">
              <a:solidFill>
                <a:srgbClr val="990011"/>
              </a:solidFill>
              <a:latin typeface="Calibri"/>
              <a:ea typeface="Calibri"/>
              <a:cs typeface="Calibri"/>
              <a:sym typeface="Calibri"/>
            </a:endParaRPr>
          </a:p>
          <a:p>
            <a:pPr marL="0" indent="0"/>
            <a:endParaRPr dirty="0"/>
          </a:p>
        </p:txBody>
      </p:sp>
      <p:sp>
        <p:nvSpPr>
          <p:cNvPr id="79" name="Google Shape;79;p9"/>
          <p:cNvSpPr txBox="1">
            <a:spLocks noGrp="1"/>
          </p:cNvSpPr>
          <p:nvPr>
            <p:ph type="body" idx="3"/>
          </p:nvPr>
        </p:nvSpPr>
        <p:spPr>
          <a:xfrm>
            <a:off x="846192" y="1236461"/>
            <a:ext cx="18383200" cy="735200"/>
          </a:xfrm>
          <a:prstGeom prst="rect">
            <a:avLst/>
          </a:prstGeom>
        </p:spPr>
        <p:txBody>
          <a:bodyPr spcFirstLastPara="1" wrap="square" lIns="91400" tIns="0" rIns="91400" bIns="0" anchor="t" anchorCtr="0">
            <a:noAutofit/>
          </a:bodyPr>
          <a:lstStyle/>
          <a:p>
            <a:pPr marL="0" indent="0"/>
            <a:r>
              <a:rPr lang="en-US"/>
              <a:t>Overview</a:t>
            </a:r>
            <a:endParaRPr/>
          </a:p>
        </p:txBody>
      </p:sp>
      <p:sp>
        <p:nvSpPr>
          <p:cNvPr id="80" name="Google Shape;80;p9"/>
          <p:cNvSpPr/>
          <p:nvPr/>
        </p:nvSpPr>
        <p:spPr>
          <a:xfrm>
            <a:off x="841867" y="4355677"/>
            <a:ext cx="3574400" cy="1780000"/>
          </a:xfrm>
          <a:prstGeom prst="rect">
            <a:avLst/>
          </a:prstGeom>
          <a:solidFill>
            <a:srgbClr val="990011"/>
          </a:solidFill>
          <a:ln w="10950" cap="flat" cmpd="sng">
            <a:solidFill>
              <a:srgbClr val="99001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210200" tIns="210200" rIns="210200" bIns="210200" anchor="ctr" anchorCtr="0">
            <a:noAutofit/>
          </a:bodyPr>
          <a:lstStyle/>
          <a:p>
            <a:pPr algn="l"/>
            <a:endParaRPr sz="5867"/>
          </a:p>
        </p:txBody>
      </p:sp>
      <p:sp>
        <p:nvSpPr>
          <p:cNvPr id="81" name="Google Shape;81;p9"/>
          <p:cNvSpPr/>
          <p:nvPr/>
        </p:nvSpPr>
        <p:spPr>
          <a:xfrm>
            <a:off x="841867" y="4355677"/>
            <a:ext cx="3574400" cy="1780000"/>
          </a:xfrm>
          <a:prstGeom prst="rect">
            <a:avLst/>
          </a:prstGeom>
          <a:solidFill>
            <a:srgbClr val="1A1A1A"/>
          </a:solidFill>
          <a:ln>
            <a:noFill/>
          </a:ln>
        </p:spPr>
        <p:txBody>
          <a:bodyPr spcFirstLastPara="1" wrap="square" lIns="58400" tIns="58400" rIns="58400" bIns="58400" anchor="ctr" anchorCtr="0">
            <a:noAutofit/>
          </a:bodyPr>
          <a:lstStyle/>
          <a:p>
            <a:pPr>
              <a:buClr>
                <a:srgbClr val="FFFFFF"/>
              </a:buClr>
              <a:buSzPts val="819"/>
            </a:pPr>
            <a:r>
              <a:rPr lang="en-US" sz="2400" b="1">
                <a:solidFill>
                  <a:srgbClr val="FFFFFF"/>
                </a:solidFill>
              </a:rPr>
              <a:t>Issuer</a:t>
            </a:r>
            <a:endParaRPr sz="2400">
              <a:solidFill>
                <a:schemeClr val="dk1"/>
              </a:solidFill>
            </a:endParaRPr>
          </a:p>
          <a:p>
            <a:pPr>
              <a:buClr>
                <a:srgbClr val="FFFFFF"/>
              </a:buClr>
              <a:buSzPts val="819"/>
            </a:pPr>
            <a:r>
              <a:rPr lang="en-US" sz="2400" b="1">
                <a:solidFill>
                  <a:srgbClr val="FFFFFF"/>
                </a:solidFill>
              </a:rPr>
              <a:t>(University / Bank)</a:t>
            </a:r>
            <a:endParaRPr sz="2400">
              <a:solidFill>
                <a:schemeClr val="dk1"/>
              </a:solidFill>
            </a:endParaRPr>
          </a:p>
        </p:txBody>
      </p:sp>
      <p:sp>
        <p:nvSpPr>
          <p:cNvPr id="82" name="Google Shape;82;p9"/>
          <p:cNvSpPr/>
          <p:nvPr/>
        </p:nvSpPr>
        <p:spPr>
          <a:xfrm>
            <a:off x="841867" y="6926765"/>
            <a:ext cx="3574400" cy="1780000"/>
          </a:xfrm>
          <a:prstGeom prst="rect">
            <a:avLst/>
          </a:prstGeom>
          <a:solidFill>
            <a:srgbClr val="990011"/>
          </a:solidFill>
          <a:ln w="10950" cap="flat" cmpd="sng">
            <a:solidFill>
              <a:srgbClr val="99001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210200" tIns="210200" rIns="210200" bIns="210200" anchor="ctr" anchorCtr="0">
            <a:noAutofit/>
          </a:bodyPr>
          <a:lstStyle/>
          <a:p>
            <a:pPr algn="l"/>
            <a:endParaRPr sz="5867"/>
          </a:p>
        </p:txBody>
      </p:sp>
      <p:sp>
        <p:nvSpPr>
          <p:cNvPr id="83" name="Google Shape;83;p9"/>
          <p:cNvSpPr/>
          <p:nvPr/>
        </p:nvSpPr>
        <p:spPr>
          <a:xfrm>
            <a:off x="841867" y="6926765"/>
            <a:ext cx="3574400" cy="1780000"/>
          </a:xfrm>
          <a:prstGeom prst="rect">
            <a:avLst/>
          </a:prstGeom>
          <a:solidFill>
            <a:srgbClr val="1A1A1A"/>
          </a:solidFill>
          <a:ln>
            <a:noFill/>
          </a:ln>
        </p:spPr>
        <p:txBody>
          <a:bodyPr spcFirstLastPara="1" wrap="square" lIns="58400" tIns="58400" rIns="58400" bIns="58400" anchor="ctr" anchorCtr="0">
            <a:noAutofit/>
          </a:bodyPr>
          <a:lstStyle/>
          <a:p>
            <a:pPr>
              <a:buClr>
                <a:srgbClr val="FFFFFF"/>
              </a:buClr>
              <a:buSzPts val="819"/>
            </a:pPr>
            <a:r>
              <a:rPr lang="en-US" sz="2400" b="1">
                <a:solidFill>
                  <a:srgbClr val="FFFFFF"/>
                </a:solidFill>
              </a:rPr>
              <a:t>Verifier</a:t>
            </a:r>
            <a:endParaRPr sz="2400">
              <a:solidFill>
                <a:schemeClr val="dk1"/>
              </a:solidFill>
            </a:endParaRPr>
          </a:p>
          <a:p>
            <a:pPr>
              <a:buClr>
                <a:srgbClr val="FFFFFF"/>
              </a:buClr>
              <a:buSzPts val="819"/>
            </a:pPr>
            <a:r>
              <a:rPr lang="en-US" sz="2400" b="1">
                <a:solidFill>
                  <a:srgbClr val="FFFFFF"/>
                </a:solidFill>
              </a:rPr>
              <a:t>(Customer)</a:t>
            </a:r>
            <a:endParaRPr sz="2400">
              <a:solidFill>
                <a:schemeClr val="dk1"/>
              </a:solidFill>
            </a:endParaRPr>
          </a:p>
        </p:txBody>
      </p:sp>
      <p:sp>
        <p:nvSpPr>
          <p:cNvPr id="84" name="Google Shape;84;p9"/>
          <p:cNvSpPr/>
          <p:nvPr/>
        </p:nvSpPr>
        <p:spPr>
          <a:xfrm>
            <a:off x="841867" y="9497851"/>
            <a:ext cx="3574400" cy="1780000"/>
          </a:xfrm>
          <a:prstGeom prst="rect">
            <a:avLst/>
          </a:prstGeom>
          <a:solidFill>
            <a:srgbClr val="555555"/>
          </a:solidFill>
          <a:ln w="10950" cap="flat" cmpd="sng">
            <a:solidFill>
              <a:srgbClr val="55555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210200" tIns="210200" rIns="210200" bIns="210200" anchor="ctr" anchorCtr="0">
            <a:noAutofit/>
          </a:bodyPr>
          <a:lstStyle/>
          <a:p>
            <a:pPr algn="l"/>
            <a:endParaRPr sz="5867"/>
          </a:p>
        </p:txBody>
      </p:sp>
      <p:sp>
        <p:nvSpPr>
          <p:cNvPr id="85" name="Google Shape;85;p9"/>
          <p:cNvSpPr/>
          <p:nvPr/>
        </p:nvSpPr>
        <p:spPr>
          <a:xfrm>
            <a:off x="841867" y="9497851"/>
            <a:ext cx="3574400" cy="1780000"/>
          </a:xfrm>
          <a:prstGeom prst="rect">
            <a:avLst/>
          </a:prstGeom>
          <a:noFill/>
          <a:ln>
            <a:noFill/>
          </a:ln>
        </p:spPr>
        <p:txBody>
          <a:bodyPr spcFirstLastPara="1" wrap="square" lIns="58400" tIns="58400" rIns="58400" bIns="58400" anchor="ctr" anchorCtr="0">
            <a:noAutofit/>
          </a:bodyPr>
          <a:lstStyle/>
          <a:p>
            <a:pPr>
              <a:buClr>
                <a:srgbClr val="FFFFFF"/>
              </a:buClr>
              <a:buSzPts val="819"/>
            </a:pPr>
            <a:r>
              <a:rPr lang="en-US" sz="2400" b="1">
                <a:solidFill>
                  <a:srgbClr val="FFFFFF"/>
                </a:solidFill>
              </a:rPr>
              <a:t>VON</a:t>
            </a:r>
            <a:endParaRPr sz="2400">
              <a:solidFill>
                <a:schemeClr val="dk1"/>
              </a:solidFill>
            </a:endParaRPr>
          </a:p>
          <a:p>
            <a:pPr>
              <a:buClr>
                <a:srgbClr val="FFFFFF"/>
              </a:buClr>
              <a:buSzPts val="819"/>
            </a:pPr>
            <a:r>
              <a:rPr lang="en-US" sz="2400" b="1">
                <a:solidFill>
                  <a:srgbClr val="FFFFFF"/>
                </a:solidFill>
              </a:rPr>
              <a:t>(Ledger)</a:t>
            </a:r>
            <a:endParaRPr sz="2400">
              <a:solidFill>
                <a:schemeClr val="dk1"/>
              </a:solidFill>
            </a:endParaRPr>
          </a:p>
        </p:txBody>
      </p:sp>
      <p:cxnSp>
        <p:nvCxnSpPr>
          <p:cNvPr id="86" name="Google Shape;86;p9"/>
          <p:cNvCxnSpPr/>
          <p:nvPr/>
        </p:nvCxnSpPr>
        <p:spPr>
          <a:xfrm>
            <a:off x="4416085" y="5245669"/>
            <a:ext cx="3153600" cy="0"/>
          </a:xfrm>
          <a:prstGeom prst="straightConnector1">
            <a:avLst/>
          </a:prstGeom>
          <a:noFill/>
          <a:ln w="16425" cap="flat" cmpd="sng">
            <a:solidFill>
              <a:srgbClr val="990011"/>
            </a:solidFill>
            <a:prstDash val="solid"/>
            <a:round/>
            <a:headEnd type="none" w="sm" len="sm"/>
            <a:tailEnd type="none" w="sm" len="sm"/>
          </a:ln>
          <a:effectLst>
            <a:outerShdw blurRad="57150" dist="19050" dir="5400000" algn="bl" rotWithShape="0">
              <a:srgbClr val="000000">
                <a:alpha val="50000"/>
              </a:srgbClr>
            </a:outerShdw>
          </a:effectLst>
        </p:spPr>
      </p:cxnSp>
      <p:cxnSp>
        <p:nvCxnSpPr>
          <p:cNvPr id="87" name="Google Shape;87;p9"/>
          <p:cNvCxnSpPr/>
          <p:nvPr/>
        </p:nvCxnSpPr>
        <p:spPr>
          <a:xfrm>
            <a:off x="4416085" y="7816757"/>
            <a:ext cx="3153600" cy="0"/>
          </a:xfrm>
          <a:prstGeom prst="straightConnector1">
            <a:avLst/>
          </a:prstGeom>
          <a:noFill/>
          <a:ln w="16425" cap="flat" cmpd="sng">
            <a:solidFill>
              <a:srgbClr val="990011"/>
            </a:solidFill>
            <a:prstDash val="solid"/>
            <a:round/>
            <a:headEnd type="none" w="sm" len="sm"/>
            <a:tailEnd type="none" w="sm" len="sm"/>
          </a:ln>
          <a:effectLst>
            <a:outerShdw blurRad="57150" dist="19050" dir="5400000" algn="bl" rotWithShape="0">
              <a:srgbClr val="000000">
                <a:alpha val="50000"/>
              </a:srgbClr>
            </a:outerShdw>
          </a:effectLst>
        </p:spPr>
      </p:cxnSp>
      <p:cxnSp>
        <p:nvCxnSpPr>
          <p:cNvPr id="88" name="Google Shape;88;p9"/>
          <p:cNvCxnSpPr/>
          <p:nvPr/>
        </p:nvCxnSpPr>
        <p:spPr>
          <a:xfrm>
            <a:off x="4416085" y="10387843"/>
            <a:ext cx="3153600" cy="0"/>
          </a:xfrm>
          <a:prstGeom prst="straightConnector1">
            <a:avLst/>
          </a:prstGeom>
          <a:noFill/>
          <a:ln w="16425" cap="flat" cmpd="sng">
            <a:solidFill>
              <a:srgbClr val="555555"/>
            </a:solidFill>
            <a:prstDash val="solid"/>
            <a:round/>
            <a:headEnd type="none" w="sm" len="sm"/>
            <a:tailEnd type="none" w="sm" len="sm"/>
          </a:ln>
          <a:effectLst>
            <a:outerShdw blurRad="57150" dist="19050" dir="5400000" algn="bl" rotWithShape="0">
              <a:srgbClr val="000000">
                <a:alpha val="50000"/>
              </a:srgbClr>
            </a:outerShdw>
          </a:effectLst>
        </p:spPr>
      </p:cxnSp>
      <p:sp>
        <p:nvSpPr>
          <p:cNvPr id="89" name="Google Shape;89;p9"/>
          <p:cNvSpPr/>
          <p:nvPr/>
        </p:nvSpPr>
        <p:spPr>
          <a:xfrm>
            <a:off x="7885179" y="5937885"/>
            <a:ext cx="4625600" cy="2076000"/>
          </a:xfrm>
          <a:prstGeom prst="rect">
            <a:avLst/>
          </a:prstGeom>
          <a:solidFill>
            <a:srgbClr val="1A1A1A"/>
          </a:solidFill>
          <a:ln w="10950" cap="flat" cmpd="sng">
            <a:solidFill>
              <a:srgbClr val="1A1A1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210200" tIns="210200" rIns="210200" bIns="210200" anchor="ctr" anchorCtr="0">
            <a:noAutofit/>
          </a:bodyPr>
          <a:lstStyle/>
          <a:p>
            <a:pPr algn="l"/>
            <a:endParaRPr sz="5867"/>
          </a:p>
        </p:txBody>
      </p:sp>
      <p:sp>
        <p:nvSpPr>
          <p:cNvPr id="90" name="Google Shape;90;p9"/>
          <p:cNvSpPr/>
          <p:nvPr/>
        </p:nvSpPr>
        <p:spPr>
          <a:xfrm>
            <a:off x="7885179" y="5937885"/>
            <a:ext cx="4625600" cy="2076000"/>
          </a:xfrm>
          <a:prstGeom prst="rect">
            <a:avLst/>
          </a:prstGeom>
          <a:solidFill>
            <a:srgbClr val="990011"/>
          </a:solidFill>
          <a:ln>
            <a:noFill/>
          </a:ln>
        </p:spPr>
        <p:txBody>
          <a:bodyPr spcFirstLastPara="1" wrap="square" lIns="58400" tIns="58400" rIns="58400" bIns="58400" anchor="ctr" anchorCtr="0">
            <a:noAutofit/>
          </a:bodyPr>
          <a:lstStyle/>
          <a:p>
            <a:pPr>
              <a:buClr>
                <a:srgbClr val="FFFFFF"/>
              </a:buClr>
              <a:buSzPts val="948"/>
            </a:pPr>
            <a:r>
              <a:rPr lang="en-US" sz="2400" b="1">
                <a:solidFill>
                  <a:srgbClr val="FFFFFF"/>
                </a:solidFill>
              </a:rPr>
              <a:t>Mediator</a:t>
            </a:r>
            <a:endParaRPr sz="2400">
              <a:solidFill>
                <a:schemeClr val="dk1"/>
              </a:solidFill>
            </a:endParaRPr>
          </a:p>
          <a:p>
            <a:pPr>
              <a:buClr>
                <a:srgbClr val="FFFFFF"/>
              </a:buClr>
              <a:buSzPts val="948"/>
            </a:pPr>
            <a:r>
              <a:rPr lang="en-US" sz="2400" b="1">
                <a:solidFill>
                  <a:srgbClr val="FFFFFF"/>
                </a:solidFill>
              </a:rPr>
              <a:t>(Credo-ts)</a:t>
            </a:r>
            <a:endParaRPr sz="2400">
              <a:solidFill>
                <a:schemeClr val="dk1"/>
              </a:solidFill>
            </a:endParaRPr>
          </a:p>
        </p:txBody>
      </p:sp>
      <p:cxnSp>
        <p:nvCxnSpPr>
          <p:cNvPr id="91" name="Google Shape;91;p9"/>
          <p:cNvCxnSpPr/>
          <p:nvPr/>
        </p:nvCxnSpPr>
        <p:spPr>
          <a:xfrm>
            <a:off x="12510771" y="6721829"/>
            <a:ext cx="2523200" cy="0"/>
          </a:xfrm>
          <a:prstGeom prst="straightConnector1">
            <a:avLst/>
          </a:prstGeom>
          <a:noFill/>
          <a:ln w="16425" cap="flat" cmpd="sng">
            <a:solidFill>
              <a:srgbClr val="990011"/>
            </a:solidFill>
            <a:prstDash val="solid"/>
            <a:round/>
            <a:headEnd type="none" w="sm" len="sm"/>
            <a:tailEnd type="none" w="sm" len="sm"/>
          </a:ln>
          <a:effectLst>
            <a:outerShdw blurRad="57150" dist="19050" dir="5400000" algn="bl" rotWithShape="0">
              <a:srgbClr val="000000">
                <a:alpha val="50000"/>
              </a:srgbClr>
            </a:outerShdw>
          </a:effectLst>
        </p:spPr>
      </p:cxnSp>
      <p:sp>
        <p:nvSpPr>
          <p:cNvPr id="92" name="Google Shape;92;p9"/>
          <p:cNvSpPr/>
          <p:nvPr/>
        </p:nvSpPr>
        <p:spPr>
          <a:xfrm>
            <a:off x="15033467" y="5956539"/>
            <a:ext cx="4204800" cy="2076000"/>
          </a:xfrm>
          <a:prstGeom prst="rect">
            <a:avLst/>
          </a:prstGeom>
          <a:solidFill>
            <a:srgbClr val="990011"/>
          </a:solidFill>
          <a:ln w="10950" cap="flat" cmpd="sng">
            <a:solidFill>
              <a:srgbClr val="99001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210200" tIns="210200" rIns="210200" bIns="210200" anchor="ctr" anchorCtr="0">
            <a:noAutofit/>
          </a:bodyPr>
          <a:lstStyle/>
          <a:p>
            <a:pPr algn="l"/>
            <a:endParaRPr sz="5867"/>
          </a:p>
        </p:txBody>
      </p:sp>
      <p:sp>
        <p:nvSpPr>
          <p:cNvPr id="93" name="Google Shape;93;p9"/>
          <p:cNvSpPr/>
          <p:nvPr/>
        </p:nvSpPr>
        <p:spPr>
          <a:xfrm>
            <a:off x="15033467" y="5956539"/>
            <a:ext cx="4204800" cy="2076000"/>
          </a:xfrm>
          <a:prstGeom prst="rect">
            <a:avLst/>
          </a:prstGeom>
          <a:noFill/>
          <a:ln>
            <a:noFill/>
          </a:ln>
        </p:spPr>
        <p:txBody>
          <a:bodyPr spcFirstLastPara="1" wrap="square" lIns="58400" tIns="58400" rIns="58400" bIns="58400" anchor="ctr" anchorCtr="0">
            <a:noAutofit/>
          </a:bodyPr>
          <a:lstStyle/>
          <a:p>
            <a:pPr>
              <a:buClr>
                <a:srgbClr val="FFFFFF"/>
              </a:buClr>
              <a:buSzPts val="862"/>
            </a:pPr>
            <a:r>
              <a:rPr lang="en-US" sz="2400" b="1">
                <a:solidFill>
                  <a:srgbClr val="FFFFFF"/>
                </a:solidFill>
              </a:rPr>
              <a:t>Wallet Agent</a:t>
            </a:r>
            <a:endParaRPr sz="2400">
              <a:solidFill>
                <a:schemeClr val="dk1"/>
              </a:solidFill>
            </a:endParaRPr>
          </a:p>
          <a:p>
            <a:pPr>
              <a:buClr>
                <a:srgbClr val="FFFFFF"/>
              </a:buClr>
              <a:buSzPts val="862"/>
            </a:pPr>
            <a:r>
              <a:rPr lang="en-US" sz="2400" b="1">
                <a:solidFill>
                  <a:srgbClr val="FFFFFF"/>
                </a:solidFill>
              </a:rPr>
              <a:t>(Credo-ts)</a:t>
            </a:r>
            <a:endParaRPr sz="2400">
              <a:solidFill>
                <a:schemeClr val="dk1"/>
              </a:solidFill>
            </a:endParaRPr>
          </a:p>
        </p:txBody>
      </p:sp>
      <p:sp>
        <p:nvSpPr>
          <p:cNvPr id="94" name="Google Shape;94;p9"/>
          <p:cNvSpPr/>
          <p:nvPr/>
        </p:nvSpPr>
        <p:spPr>
          <a:xfrm>
            <a:off x="4416085" y="4663899"/>
            <a:ext cx="3153600" cy="593600"/>
          </a:xfrm>
          <a:prstGeom prst="rect">
            <a:avLst/>
          </a:prstGeom>
          <a:noFill/>
          <a:ln>
            <a:noFill/>
          </a:ln>
        </p:spPr>
        <p:txBody>
          <a:bodyPr spcFirstLastPara="1" wrap="square" lIns="0" tIns="0" rIns="0" bIns="0" anchor="ctr" anchorCtr="0">
            <a:noAutofit/>
          </a:bodyPr>
          <a:lstStyle/>
          <a:p>
            <a:pPr>
              <a:buClr>
                <a:srgbClr val="990011"/>
              </a:buClr>
              <a:buSzPts val="690"/>
            </a:pPr>
            <a:r>
              <a:rPr lang="en-US" sz="2400" b="1" i="1">
                <a:solidFill>
                  <a:srgbClr val="990011"/>
                </a:solidFill>
              </a:rPr>
              <a:t>DIDComm</a:t>
            </a:r>
            <a:endParaRPr sz="2400" b="1">
              <a:solidFill>
                <a:schemeClr val="dk1"/>
              </a:solidFill>
            </a:endParaRPr>
          </a:p>
        </p:txBody>
      </p:sp>
      <p:sp>
        <p:nvSpPr>
          <p:cNvPr id="95" name="Google Shape;95;p9"/>
          <p:cNvSpPr/>
          <p:nvPr/>
        </p:nvSpPr>
        <p:spPr>
          <a:xfrm>
            <a:off x="12615893" y="6135677"/>
            <a:ext cx="2312800" cy="593600"/>
          </a:xfrm>
          <a:prstGeom prst="rect">
            <a:avLst/>
          </a:prstGeom>
          <a:noFill/>
          <a:ln>
            <a:noFill/>
          </a:ln>
        </p:spPr>
        <p:txBody>
          <a:bodyPr spcFirstLastPara="1" wrap="square" lIns="0" tIns="0" rIns="0" bIns="0" anchor="ctr" anchorCtr="0">
            <a:noAutofit/>
          </a:bodyPr>
          <a:lstStyle/>
          <a:p>
            <a:pPr>
              <a:buClr>
                <a:srgbClr val="1A1A1A"/>
              </a:buClr>
              <a:buSzPts val="690"/>
            </a:pPr>
            <a:r>
              <a:rPr lang="en-US" sz="2400" b="1" i="1">
                <a:solidFill>
                  <a:srgbClr val="990011"/>
                </a:solidFill>
              </a:rPr>
              <a:t>DIDComm</a:t>
            </a:r>
            <a:endParaRPr sz="2400" b="1">
              <a:solidFill>
                <a:srgbClr val="990011"/>
              </a:solidFill>
            </a:endParaRPr>
          </a:p>
        </p:txBody>
      </p:sp>
      <p:sp>
        <p:nvSpPr>
          <p:cNvPr id="96" name="Google Shape;96;p9"/>
          <p:cNvSpPr/>
          <p:nvPr/>
        </p:nvSpPr>
        <p:spPr>
          <a:xfrm>
            <a:off x="4416085" y="9800643"/>
            <a:ext cx="3153600" cy="593600"/>
          </a:xfrm>
          <a:prstGeom prst="rect">
            <a:avLst/>
          </a:prstGeom>
          <a:noFill/>
          <a:ln>
            <a:noFill/>
          </a:ln>
        </p:spPr>
        <p:txBody>
          <a:bodyPr spcFirstLastPara="1" wrap="square" lIns="0" tIns="0" rIns="0" bIns="0" anchor="ctr" anchorCtr="0">
            <a:noAutofit/>
          </a:bodyPr>
          <a:lstStyle/>
          <a:p>
            <a:pPr>
              <a:buClr>
                <a:srgbClr val="555555"/>
              </a:buClr>
              <a:buSzPts val="690"/>
            </a:pPr>
            <a:r>
              <a:rPr lang="en-US" sz="2400" b="1" i="1">
                <a:solidFill>
                  <a:srgbClr val="555555"/>
                </a:solidFill>
              </a:rPr>
              <a:t>Ledger events</a:t>
            </a:r>
            <a:endParaRPr sz="2400" b="1">
              <a:solidFill>
                <a:schemeClr val="dk1"/>
              </a:solidFill>
            </a:endParaRPr>
          </a:p>
        </p:txBody>
      </p:sp>
      <p:cxnSp>
        <p:nvCxnSpPr>
          <p:cNvPr id="97" name="Google Shape;97;p9"/>
          <p:cNvCxnSpPr/>
          <p:nvPr/>
        </p:nvCxnSpPr>
        <p:spPr>
          <a:xfrm>
            <a:off x="7569805" y="5245669"/>
            <a:ext cx="315200" cy="1721600"/>
          </a:xfrm>
          <a:prstGeom prst="straightConnector1">
            <a:avLst/>
          </a:prstGeom>
          <a:noFill/>
          <a:ln w="16425" cap="flat" cmpd="sng">
            <a:solidFill>
              <a:srgbClr val="990011"/>
            </a:solidFill>
            <a:prstDash val="solid"/>
            <a:round/>
            <a:headEnd type="none" w="sm" len="sm"/>
            <a:tailEnd type="none" w="sm" len="sm"/>
          </a:ln>
          <a:effectLst>
            <a:outerShdw blurRad="57150" dist="19050" dir="5400000" algn="bl" rotWithShape="0">
              <a:srgbClr val="000000">
                <a:alpha val="50000"/>
              </a:srgbClr>
            </a:outerShdw>
          </a:effectLst>
        </p:spPr>
      </p:cxnSp>
      <p:cxnSp>
        <p:nvCxnSpPr>
          <p:cNvPr id="98" name="Google Shape;98;p9"/>
          <p:cNvCxnSpPr/>
          <p:nvPr/>
        </p:nvCxnSpPr>
        <p:spPr>
          <a:xfrm rot="10800000" flipH="1">
            <a:off x="7569805" y="6966357"/>
            <a:ext cx="315200" cy="850400"/>
          </a:xfrm>
          <a:prstGeom prst="straightConnector1">
            <a:avLst/>
          </a:prstGeom>
          <a:noFill/>
          <a:ln w="16425" cap="flat" cmpd="sng">
            <a:solidFill>
              <a:srgbClr val="990011"/>
            </a:solidFill>
            <a:prstDash val="solid"/>
            <a:round/>
            <a:headEnd type="none" w="sm" len="sm"/>
            <a:tailEnd type="none" w="sm" len="sm"/>
          </a:ln>
          <a:effectLst>
            <a:outerShdw blurRad="57150" dist="19050" dir="5400000" algn="bl" rotWithShape="0">
              <a:srgbClr val="000000">
                <a:alpha val="50000"/>
              </a:srgbClr>
            </a:outerShdw>
          </a:effectLst>
        </p:spPr>
      </p:cxnSp>
      <p:cxnSp>
        <p:nvCxnSpPr>
          <p:cNvPr id="99" name="Google Shape;99;p9"/>
          <p:cNvCxnSpPr/>
          <p:nvPr/>
        </p:nvCxnSpPr>
        <p:spPr>
          <a:xfrm rot="10800000" flipH="1">
            <a:off x="7569805" y="6967043"/>
            <a:ext cx="315200" cy="3420800"/>
          </a:xfrm>
          <a:prstGeom prst="straightConnector1">
            <a:avLst/>
          </a:prstGeom>
          <a:noFill/>
          <a:ln w="16425" cap="flat" cmpd="sng">
            <a:solidFill>
              <a:srgbClr val="555555"/>
            </a:solidFill>
            <a:prstDash val="solid"/>
            <a:round/>
            <a:headEnd type="none" w="sm" len="sm"/>
            <a:tailEnd type="none" w="sm" len="sm"/>
          </a:ln>
          <a:effectLst>
            <a:outerShdw blurRad="57150" dist="19050" dir="5400000" algn="bl" rotWithShape="0">
              <a:srgbClr val="000000">
                <a:alpha val="50000"/>
              </a:srgbClr>
            </a:outerShdw>
          </a:effectLst>
        </p:spPr>
      </p:cxnSp>
      <p:sp>
        <p:nvSpPr>
          <p:cNvPr id="100" name="Google Shape;100;p9"/>
          <p:cNvSpPr/>
          <p:nvPr/>
        </p:nvSpPr>
        <p:spPr>
          <a:xfrm>
            <a:off x="5792800" y="11429381"/>
            <a:ext cx="10153600" cy="876000"/>
          </a:xfrm>
          <a:prstGeom prst="rect">
            <a:avLst/>
          </a:prstGeom>
          <a:noFill/>
          <a:ln>
            <a:noFill/>
          </a:ln>
        </p:spPr>
        <p:txBody>
          <a:bodyPr spcFirstLastPara="1" wrap="square" lIns="0" tIns="0" rIns="0" bIns="0" anchor="ctr" anchorCtr="0">
            <a:noAutofit/>
          </a:bodyPr>
          <a:lstStyle/>
          <a:p>
            <a:pPr>
              <a:buClr>
                <a:srgbClr val="555555"/>
              </a:buClr>
              <a:buSzPts val="733"/>
            </a:pPr>
            <a:r>
              <a:rPr lang="en-US" sz="1955" i="1">
                <a:solidFill>
                  <a:srgbClr val="555555"/>
                </a:solidFill>
              </a:rPr>
              <a:t>Each mobile wallet registers at the mediator, which queues incoming </a:t>
            </a:r>
            <a:br>
              <a:rPr lang="en-US" sz="1955" i="1">
                <a:solidFill>
                  <a:srgbClr val="555555"/>
                </a:solidFill>
              </a:rPr>
            </a:br>
            <a:r>
              <a:rPr lang="en-US" sz="1955" i="1">
                <a:solidFill>
                  <a:srgbClr val="555555"/>
                </a:solidFill>
              </a:rPr>
              <a:t>DIDComm messages and triggers push notifications to wake the app.</a:t>
            </a:r>
            <a:endParaRPr sz="1955">
              <a:solidFill>
                <a:schemeClr val="dk1"/>
              </a:solidFill>
            </a:endParaRPr>
          </a:p>
        </p:txBody>
      </p:sp>
      <p:sp>
        <p:nvSpPr>
          <p:cNvPr id="101" name="Google Shape;101;p9"/>
          <p:cNvSpPr/>
          <p:nvPr/>
        </p:nvSpPr>
        <p:spPr>
          <a:xfrm>
            <a:off x="16146733" y="4850736"/>
            <a:ext cx="4204800" cy="1105600"/>
          </a:xfrm>
          <a:prstGeom prst="rect">
            <a:avLst/>
          </a:prstGeom>
          <a:noFill/>
          <a:ln>
            <a:noFill/>
          </a:ln>
        </p:spPr>
        <p:txBody>
          <a:bodyPr spcFirstLastPara="1" wrap="square" lIns="58400" tIns="58400" rIns="58400" bIns="58400" anchor="ctr" anchorCtr="0">
            <a:noAutofit/>
          </a:bodyPr>
          <a:lstStyle/>
          <a:p>
            <a:pPr>
              <a:buClr>
                <a:srgbClr val="FFFFFF"/>
              </a:buClr>
              <a:buSzPts val="862"/>
            </a:pPr>
            <a:r>
              <a:rPr lang="en-US" sz="2400" b="1">
                <a:solidFill>
                  <a:srgbClr val="FFFFFF"/>
                </a:solidFill>
              </a:rPr>
              <a:t>Wallet</a:t>
            </a:r>
            <a:endParaRPr sz="2400">
              <a:solidFill>
                <a:schemeClr val="dk1"/>
              </a:solidFill>
            </a:endParaRPr>
          </a:p>
          <a:p>
            <a:pPr>
              <a:buClr>
                <a:srgbClr val="FFFFFF"/>
              </a:buClr>
              <a:buSzPts val="862"/>
            </a:pPr>
            <a:r>
              <a:rPr lang="en-US" sz="2400" b="1">
                <a:solidFill>
                  <a:srgbClr val="FFFFFF"/>
                </a:solidFill>
              </a:rPr>
              <a:t>(Flutter App)</a:t>
            </a:r>
            <a:endParaRPr sz="2400">
              <a:solidFill>
                <a:schemeClr val="dk1"/>
              </a:solidFill>
            </a:endParaRPr>
          </a:p>
        </p:txBody>
      </p:sp>
      <p:cxnSp>
        <p:nvCxnSpPr>
          <p:cNvPr id="102" name="Google Shape;102;p9"/>
          <p:cNvCxnSpPr/>
          <p:nvPr/>
        </p:nvCxnSpPr>
        <p:spPr>
          <a:xfrm>
            <a:off x="12510971" y="7512896"/>
            <a:ext cx="2523200" cy="0"/>
          </a:xfrm>
          <a:prstGeom prst="straightConnector1">
            <a:avLst/>
          </a:prstGeom>
          <a:noFill/>
          <a:ln w="16425" cap="flat" cmpd="sng">
            <a:solidFill>
              <a:srgbClr val="1A1A1A"/>
            </a:solidFill>
            <a:prstDash val="solid"/>
            <a:round/>
            <a:headEnd type="none" w="sm" len="sm"/>
            <a:tailEnd type="none" w="sm" len="sm"/>
          </a:ln>
          <a:effectLst>
            <a:outerShdw blurRad="57150" dist="19050" dir="5400000" algn="bl" rotWithShape="0">
              <a:srgbClr val="000000">
                <a:alpha val="50000"/>
              </a:srgbClr>
            </a:outerShdw>
          </a:effectLst>
        </p:spPr>
      </p:cxnSp>
      <p:sp>
        <p:nvSpPr>
          <p:cNvPr id="103" name="Google Shape;103;p9"/>
          <p:cNvSpPr/>
          <p:nvPr/>
        </p:nvSpPr>
        <p:spPr>
          <a:xfrm>
            <a:off x="12616093" y="6926744"/>
            <a:ext cx="2312800" cy="593600"/>
          </a:xfrm>
          <a:prstGeom prst="rect">
            <a:avLst/>
          </a:prstGeom>
          <a:noFill/>
          <a:ln>
            <a:noFill/>
          </a:ln>
        </p:spPr>
        <p:txBody>
          <a:bodyPr spcFirstLastPara="1" wrap="square" lIns="0" tIns="0" rIns="0" bIns="0" anchor="ctr" anchorCtr="0">
            <a:noAutofit/>
          </a:bodyPr>
          <a:lstStyle/>
          <a:p>
            <a:pPr>
              <a:buClr>
                <a:srgbClr val="1A1A1A"/>
              </a:buClr>
              <a:buSzPts val="690"/>
            </a:pPr>
            <a:r>
              <a:rPr lang="en-US" sz="2400" b="1" i="1">
                <a:solidFill>
                  <a:srgbClr val="1A1A1A"/>
                </a:solidFill>
              </a:rPr>
              <a:t>Push</a:t>
            </a:r>
            <a:endParaRPr sz="2400" b="1">
              <a:solidFill>
                <a:schemeClr val="dk1"/>
              </a:solidFill>
            </a:endParaRPr>
          </a:p>
        </p:txBody>
      </p:sp>
      <p:sp>
        <p:nvSpPr>
          <p:cNvPr id="104" name="Google Shape;104;p9"/>
          <p:cNvSpPr/>
          <p:nvPr/>
        </p:nvSpPr>
        <p:spPr>
          <a:xfrm>
            <a:off x="4416085" y="7095232"/>
            <a:ext cx="3153600" cy="593600"/>
          </a:xfrm>
          <a:prstGeom prst="rect">
            <a:avLst/>
          </a:prstGeom>
          <a:noFill/>
          <a:ln>
            <a:noFill/>
          </a:ln>
        </p:spPr>
        <p:txBody>
          <a:bodyPr spcFirstLastPara="1" wrap="square" lIns="0" tIns="0" rIns="0" bIns="0" anchor="ctr" anchorCtr="0">
            <a:noAutofit/>
          </a:bodyPr>
          <a:lstStyle/>
          <a:p>
            <a:pPr>
              <a:buClr>
                <a:srgbClr val="990011"/>
              </a:buClr>
              <a:buSzPts val="690"/>
            </a:pPr>
            <a:r>
              <a:rPr lang="en-US" sz="2400" b="1" i="1">
                <a:solidFill>
                  <a:srgbClr val="990011"/>
                </a:solidFill>
              </a:rPr>
              <a:t>DIDComm</a:t>
            </a:r>
            <a:endParaRPr sz="2400" b="1">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0"/>
          <p:cNvSpPr txBox="1">
            <a:spLocks noGrp="1"/>
          </p:cNvSpPr>
          <p:nvPr>
            <p:ph type="body" idx="2"/>
          </p:nvPr>
        </p:nvSpPr>
        <p:spPr>
          <a:xfrm>
            <a:off x="850901" y="457200"/>
            <a:ext cx="18378400" cy="735200"/>
          </a:xfrm>
          <a:prstGeom prst="rect">
            <a:avLst/>
          </a:prstGeom>
        </p:spPr>
        <p:txBody>
          <a:bodyPr spcFirstLastPara="1" wrap="square" lIns="91400" tIns="0" rIns="91400" bIns="0" anchor="t" anchorCtr="0">
            <a:noAutofit/>
          </a:bodyPr>
          <a:lstStyle/>
          <a:p>
            <a:pPr marL="0" marR="0" lvl="0" indent="0" algn="l" defTabSz="914400" rtl="0" eaLnBrk="1" fontAlgn="auto" latinLnBrk="0" hangingPunct="1">
              <a:lnSpc>
                <a:spcPct val="100000"/>
              </a:lnSpc>
              <a:spcBef>
                <a:spcPts val="0"/>
              </a:spcBef>
              <a:spcAft>
                <a:spcPts val="0"/>
              </a:spcAft>
              <a:buClr>
                <a:srgbClr val="C00000"/>
              </a:buClr>
              <a:buSzPts val="2000"/>
              <a:buFont typeface="Arial"/>
              <a:buNone/>
              <a:tabLst/>
              <a:defRPr/>
            </a:pPr>
            <a:r>
              <a:rPr kumimoji="0" lang="en-US" sz="5867" b="1" i="0" u="none" strike="noStrike" kern="0" cap="none" spc="0" normalizeH="0" baseline="0" noProof="0" dirty="0">
                <a:ln>
                  <a:noFill/>
                </a:ln>
                <a:solidFill>
                  <a:srgbClr val="990011"/>
                </a:solidFill>
                <a:effectLst/>
                <a:uLnTx/>
                <a:uFill>
                  <a:solidFill>
                    <a:srgbClr val="000000"/>
                  </a:solidFill>
                </a:uFill>
                <a:latin typeface="Arial"/>
                <a:cs typeface="Arial"/>
                <a:sym typeface="Arial"/>
              </a:rPr>
              <a:t>System Architecture</a:t>
            </a:r>
          </a:p>
          <a:p>
            <a:pPr marL="0" indent="0"/>
            <a:endParaRPr dirty="0">
              <a:solidFill>
                <a:srgbClr val="863A42"/>
              </a:solidFill>
            </a:endParaRPr>
          </a:p>
        </p:txBody>
      </p:sp>
      <p:sp>
        <p:nvSpPr>
          <p:cNvPr id="111" name="Google Shape;111;p10"/>
          <p:cNvSpPr txBox="1">
            <a:spLocks noGrp="1"/>
          </p:cNvSpPr>
          <p:nvPr>
            <p:ph type="body" idx="3"/>
          </p:nvPr>
        </p:nvSpPr>
        <p:spPr>
          <a:xfrm>
            <a:off x="846192" y="1236461"/>
            <a:ext cx="18383200" cy="735200"/>
          </a:xfrm>
          <a:prstGeom prst="rect">
            <a:avLst/>
          </a:prstGeom>
        </p:spPr>
        <p:txBody>
          <a:bodyPr spcFirstLastPara="1" wrap="square" lIns="91400" tIns="0" rIns="91400" bIns="0" anchor="t" anchorCtr="0">
            <a:noAutofit/>
          </a:bodyPr>
          <a:lstStyle/>
          <a:p>
            <a:pPr marL="0" indent="0"/>
            <a:r>
              <a:rPr lang="en-US"/>
              <a:t>Communication</a:t>
            </a:r>
            <a:endParaRPr/>
          </a:p>
        </p:txBody>
      </p:sp>
      <p:sp>
        <p:nvSpPr>
          <p:cNvPr id="112" name="Google Shape;112;p10"/>
          <p:cNvSpPr txBox="1">
            <a:spLocks noGrp="1"/>
          </p:cNvSpPr>
          <p:nvPr>
            <p:ph type="body" idx="1"/>
          </p:nvPr>
        </p:nvSpPr>
        <p:spPr>
          <a:xfrm>
            <a:off x="1555995" y="12796688"/>
            <a:ext cx="19190400" cy="364800"/>
          </a:xfrm>
          <a:prstGeom prst="rect">
            <a:avLst/>
          </a:prstGeom>
        </p:spPr>
        <p:txBody>
          <a:bodyPr spcFirstLastPara="1" wrap="square" lIns="91400" tIns="45733" rIns="91400" bIns="45733" anchor="t" anchorCtr="0">
            <a:noAutofit/>
          </a:bodyPr>
          <a:lstStyle/>
          <a:p>
            <a:pPr marL="0" indent="0"/>
            <a:r>
              <a:rPr lang="en-US" i="1">
                <a:solidFill>
                  <a:schemeClr val="dk1"/>
                </a:solidFill>
                <a:latin typeface="Calibri"/>
                <a:ea typeface="Calibri"/>
                <a:cs typeface="Calibri"/>
                <a:sym typeface="Calibri"/>
              </a:rPr>
              <a:t>2026 | Internet of Services Lab | Page 5</a:t>
            </a:r>
            <a:endParaRPr i="1">
              <a:solidFill>
                <a:schemeClr val="dk1"/>
              </a:solidFill>
              <a:latin typeface="Calibri"/>
              <a:ea typeface="Calibri"/>
              <a:cs typeface="Calibri"/>
              <a:sym typeface="Calibri"/>
            </a:endParaRPr>
          </a:p>
          <a:p>
            <a:pPr marL="0" indent="0"/>
            <a:endParaRPr i="1">
              <a:solidFill>
                <a:schemeClr val="dk1"/>
              </a:solidFill>
            </a:endParaRPr>
          </a:p>
        </p:txBody>
      </p:sp>
      <p:pic>
        <p:nvPicPr>
          <p:cNvPr id="113" name="Google Shape;113;p10"/>
          <p:cNvPicPr preferRelativeResize="0"/>
          <p:nvPr/>
        </p:nvPicPr>
        <p:blipFill rotWithShape="1">
          <a:blip r:embed="rId3">
            <a:alphaModFix/>
          </a:blip>
          <a:srcRect b="12103"/>
          <a:stretch/>
        </p:blipFill>
        <p:spPr>
          <a:xfrm>
            <a:off x="4485067" y="2074268"/>
            <a:ext cx="15413867" cy="106198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1"/>
          <p:cNvSpPr txBox="1">
            <a:spLocks noGrp="1"/>
          </p:cNvSpPr>
          <p:nvPr>
            <p:ph type="body" idx="1"/>
          </p:nvPr>
        </p:nvSpPr>
        <p:spPr>
          <a:xfrm>
            <a:off x="1555995" y="12796688"/>
            <a:ext cx="19190400" cy="364800"/>
          </a:xfrm>
          <a:prstGeom prst="rect">
            <a:avLst/>
          </a:prstGeom>
        </p:spPr>
        <p:txBody>
          <a:bodyPr spcFirstLastPara="1" wrap="square" lIns="91400" tIns="45733" rIns="91400" bIns="45733" anchor="t" anchorCtr="0">
            <a:noAutofit/>
          </a:bodyPr>
          <a:lstStyle/>
          <a:p>
            <a:pPr marL="0" indent="0"/>
            <a:r>
              <a:rPr lang="en-US" i="1">
                <a:solidFill>
                  <a:schemeClr val="dk1"/>
                </a:solidFill>
                <a:latin typeface="Calibri"/>
                <a:ea typeface="Calibri"/>
                <a:cs typeface="Calibri"/>
                <a:sym typeface="Calibri"/>
              </a:rPr>
              <a:t>2026 | Internet of Services Lab | Page 6</a:t>
            </a:r>
            <a:endParaRPr i="1">
              <a:solidFill>
                <a:schemeClr val="dk1"/>
              </a:solidFill>
              <a:latin typeface="Calibri"/>
              <a:ea typeface="Calibri"/>
              <a:cs typeface="Calibri"/>
              <a:sym typeface="Calibri"/>
            </a:endParaRPr>
          </a:p>
          <a:p>
            <a:pPr marL="0" indent="0"/>
            <a:endParaRPr i="1">
              <a:solidFill>
                <a:schemeClr val="dk1"/>
              </a:solidFill>
            </a:endParaRPr>
          </a:p>
        </p:txBody>
      </p:sp>
      <p:sp>
        <p:nvSpPr>
          <p:cNvPr id="120" name="Google Shape;120;p11"/>
          <p:cNvSpPr txBox="1">
            <a:spLocks noGrp="1"/>
          </p:cNvSpPr>
          <p:nvPr>
            <p:ph type="body" idx="2"/>
          </p:nvPr>
        </p:nvSpPr>
        <p:spPr>
          <a:xfrm>
            <a:off x="850901" y="457200"/>
            <a:ext cx="18378400" cy="735200"/>
          </a:xfrm>
          <a:prstGeom prst="rect">
            <a:avLst/>
          </a:prstGeom>
        </p:spPr>
        <p:txBody>
          <a:bodyPr spcFirstLastPara="1" wrap="square" lIns="91400" tIns="0" rIns="91400" bIns="0" anchor="t" anchorCtr="0">
            <a:noAutofit/>
          </a:bodyPr>
          <a:lstStyle/>
          <a:p>
            <a:pPr marL="0" indent="0"/>
            <a:r>
              <a:rPr lang="en-US" sz="5867" dirty="0">
                <a:solidFill>
                  <a:srgbClr val="990011"/>
                </a:solidFill>
              </a:rPr>
              <a:t>Tech Stack &amp; Tools</a:t>
            </a:r>
            <a:endParaRPr sz="5867" dirty="0">
              <a:solidFill>
                <a:srgbClr val="990011"/>
              </a:solidFill>
            </a:endParaRPr>
          </a:p>
          <a:p>
            <a:pPr marL="0" indent="0"/>
            <a:endParaRPr sz="5867" dirty="0">
              <a:solidFill>
                <a:srgbClr val="990011"/>
              </a:solidFill>
            </a:endParaRPr>
          </a:p>
          <a:p>
            <a:pPr marL="0" indent="0"/>
            <a:endParaRPr sz="5867" dirty="0">
              <a:solidFill>
                <a:srgbClr val="990011"/>
              </a:solidFill>
            </a:endParaRPr>
          </a:p>
          <a:p>
            <a:pPr marL="0" indent="0"/>
            <a:endParaRPr sz="5867" dirty="0">
              <a:solidFill>
                <a:srgbClr val="990011"/>
              </a:solidFill>
              <a:latin typeface="Calibri"/>
              <a:ea typeface="Calibri"/>
              <a:cs typeface="Calibri"/>
              <a:sym typeface="Calibri"/>
            </a:endParaRPr>
          </a:p>
          <a:p>
            <a:pPr marL="0" indent="0"/>
            <a:endParaRPr dirty="0"/>
          </a:p>
        </p:txBody>
      </p:sp>
      <p:sp>
        <p:nvSpPr>
          <p:cNvPr id="121" name="Google Shape;121;p11"/>
          <p:cNvSpPr/>
          <p:nvPr/>
        </p:nvSpPr>
        <p:spPr>
          <a:xfrm>
            <a:off x="1146088" y="3295869"/>
            <a:ext cx="233600" cy="2682400"/>
          </a:xfrm>
          <a:prstGeom prst="rect">
            <a:avLst/>
          </a:prstGeom>
          <a:solidFill>
            <a:srgbClr val="1A1A2E"/>
          </a:solidFill>
          <a:ln w="12700" cap="flat" cmpd="sng">
            <a:solidFill>
              <a:srgbClr val="1A1A2E"/>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243800" tIns="243800" rIns="243800" bIns="243800" anchor="ctr" anchorCtr="0">
            <a:noAutofit/>
          </a:bodyPr>
          <a:lstStyle/>
          <a:p>
            <a:pPr algn="l"/>
            <a:endParaRPr sz="5867"/>
          </a:p>
        </p:txBody>
      </p:sp>
      <p:sp>
        <p:nvSpPr>
          <p:cNvPr id="122" name="Google Shape;122;p11"/>
          <p:cNvSpPr/>
          <p:nvPr/>
        </p:nvSpPr>
        <p:spPr>
          <a:xfrm>
            <a:off x="1379035" y="3295869"/>
            <a:ext cx="8735200" cy="2682400"/>
          </a:xfrm>
          <a:prstGeom prst="rect">
            <a:avLst/>
          </a:prstGeom>
          <a:solidFill>
            <a:srgbClr val="F4F4F4"/>
          </a:solidFill>
          <a:ln w="9525" cap="flat" cmpd="sng">
            <a:solidFill>
              <a:srgbClr val="CCCCC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243800" tIns="243800" rIns="243800" bIns="243800" anchor="ctr" anchorCtr="0">
            <a:noAutofit/>
          </a:bodyPr>
          <a:lstStyle/>
          <a:p>
            <a:pPr algn="l"/>
            <a:endParaRPr sz="5867"/>
          </a:p>
        </p:txBody>
      </p:sp>
      <p:sp>
        <p:nvSpPr>
          <p:cNvPr id="123" name="Google Shape;123;p11"/>
          <p:cNvSpPr/>
          <p:nvPr/>
        </p:nvSpPr>
        <p:spPr>
          <a:xfrm>
            <a:off x="1631395" y="3442173"/>
            <a:ext cx="8153600" cy="926400"/>
          </a:xfrm>
          <a:prstGeom prst="rect">
            <a:avLst/>
          </a:prstGeom>
          <a:noFill/>
          <a:ln>
            <a:noFill/>
          </a:ln>
        </p:spPr>
        <p:txBody>
          <a:bodyPr spcFirstLastPara="1" wrap="square" lIns="0" tIns="0" rIns="0" bIns="0" anchor="ctr" anchorCtr="0">
            <a:noAutofit/>
          </a:bodyPr>
          <a:lstStyle/>
          <a:p>
            <a:pPr algn="l">
              <a:buClr>
                <a:srgbClr val="1A1A2E"/>
              </a:buClr>
              <a:buSzPts val="1300"/>
            </a:pPr>
            <a:r>
              <a:rPr lang="en-US" sz="3467" b="1">
                <a:solidFill>
                  <a:srgbClr val="1A1A2E"/>
                </a:solidFill>
              </a:rPr>
              <a:t>Credo-ts</a:t>
            </a:r>
            <a:endParaRPr sz="3467">
              <a:solidFill>
                <a:schemeClr val="dk1"/>
              </a:solidFill>
            </a:endParaRPr>
          </a:p>
        </p:txBody>
      </p:sp>
      <p:sp>
        <p:nvSpPr>
          <p:cNvPr id="124" name="Google Shape;124;p11"/>
          <p:cNvSpPr/>
          <p:nvPr/>
        </p:nvSpPr>
        <p:spPr>
          <a:xfrm>
            <a:off x="1631395" y="4368765"/>
            <a:ext cx="8153600" cy="1463200"/>
          </a:xfrm>
          <a:prstGeom prst="rect">
            <a:avLst/>
          </a:prstGeom>
          <a:noFill/>
          <a:ln>
            <a:noFill/>
          </a:ln>
        </p:spPr>
        <p:txBody>
          <a:bodyPr spcFirstLastPara="1" wrap="square" lIns="0" tIns="0" rIns="0" bIns="0" anchor="ctr" anchorCtr="0">
            <a:noAutofit/>
          </a:bodyPr>
          <a:lstStyle/>
          <a:p>
            <a:pPr algn="l">
              <a:buClr>
                <a:srgbClr val="555555"/>
              </a:buClr>
              <a:buSzPts val="950"/>
            </a:pPr>
            <a:r>
              <a:rPr lang="en-US" sz="2533">
                <a:solidFill>
                  <a:srgbClr val="555555"/>
                </a:solidFill>
              </a:rPr>
              <a:t>TypeScript SSI framework.</a:t>
            </a:r>
            <a:endParaRPr sz="2533">
              <a:solidFill>
                <a:srgbClr val="555555"/>
              </a:solidFill>
            </a:endParaRPr>
          </a:p>
          <a:p>
            <a:pPr algn="l">
              <a:buClr>
                <a:srgbClr val="555555"/>
              </a:buClr>
              <a:buSzPts val="950"/>
            </a:pPr>
            <a:r>
              <a:rPr lang="en-US" sz="2533">
                <a:solidFill>
                  <a:srgbClr val="555555"/>
                </a:solidFill>
              </a:rPr>
              <a:t>Runs the wallet agent and mediator.</a:t>
            </a:r>
            <a:endParaRPr sz="2533">
              <a:solidFill>
                <a:srgbClr val="555555"/>
              </a:solidFill>
            </a:endParaRPr>
          </a:p>
          <a:p>
            <a:pPr algn="l">
              <a:buClr>
                <a:srgbClr val="555555"/>
              </a:buClr>
              <a:buSzPts val="950"/>
            </a:pPr>
            <a:r>
              <a:rPr lang="en-US" sz="2533">
                <a:solidFill>
                  <a:srgbClr val="555555"/>
                </a:solidFill>
              </a:rPr>
              <a:t>Offers DIDComm compatibility</a:t>
            </a:r>
            <a:endParaRPr sz="2533">
              <a:solidFill>
                <a:srgbClr val="555555"/>
              </a:solidFill>
            </a:endParaRPr>
          </a:p>
        </p:txBody>
      </p:sp>
      <p:sp>
        <p:nvSpPr>
          <p:cNvPr id="125" name="Google Shape;125;p11"/>
          <p:cNvSpPr/>
          <p:nvPr/>
        </p:nvSpPr>
        <p:spPr>
          <a:xfrm>
            <a:off x="10561032" y="3295869"/>
            <a:ext cx="233600" cy="2682400"/>
          </a:xfrm>
          <a:prstGeom prst="rect">
            <a:avLst/>
          </a:prstGeom>
          <a:solidFill>
            <a:srgbClr val="990011"/>
          </a:solidFill>
          <a:ln w="12700" cap="flat" cmpd="sng">
            <a:solidFill>
              <a:srgbClr val="990011"/>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243800" tIns="243800" rIns="243800" bIns="243800" anchor="ctr" anchorCtr="0">
            <a:noAutofit/>
          </a:bodyPr>
          <a:lstStyle/>
          <a:p>
            <a:pPr algn="l"/>
            <a:endParaRPr sz="5867"/>
          </a:p>
        </p:txBody>
      </p:sp>
      <p:sp>
        <p:nvSpPr>
          <p:cNvPr id="126" name="Google Shape;126;p11"/>
          <p:cNvSpPr/>
          <p:nvPr/>
        </p:nvSpPr>
        <p:spPr>
          <a:xfrm>
            <a:off x="10793979" y="3295869"/>
            <a:ext cx="8735200" cy="2682400"/>
          </a:xfrm>
          <a:prstGeom prst="rect">
            <a:avLst/>
          </a:prstGeom>
          <a:solidFill>
            <a:srgbClr val="F4F4F4"/>
          </a:solidFill>
          <a:ln w="9525" cap="flat" cmpd="sng">
            <a:solidFill>
              <a:srgbClr val="CCCCC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243800" tIns="243800" rIns="243800" bIns="243800" anchor="ctr" anchorCtr="0">
            <a:noAutofit/>
          </a:bodyPr>
          <a:lstStyle/>
          <a:p>
            <a:pPr algn="l"/>
            <a:endParaRPr sz="5867"/>
          </a:p>
        </p:txBody>
      </p:sp>
      <p:sp>
        <p:nvSpPr>
          <p:cNvPr id="127" name="Google Shape;127;p11"/>
          <p:cNvSpPr/>
          <p:nvPr/>
        </p:nvSpPr>
        <p:spPr>
          <a:xfrm>
            <a:off x="11046339" y="3442173"/>
            <a:ext cx="8153600" cy="926400"/>
          </a:xfrm>
          <a:prstGeom prst="rect">
            <a:avLst/>
          </a:prstGeom>
          <a:noFill/>
          <a:ln>
            <a:noFill/>
          </a:ln>
        </p:spPr>
        <p:txBody>
          <a:bodyPr spcFirstLastPara="1" wrap="square" lIns="0" tIns="0" rIns="0" bIns="0" anchor="ctr" anchorCtr="0">
            <a:noAutofit/>
          </a:bodyPr>
          <a:lstStyle/>
          <a:p>
            <a:pPr algn="l">
              <a:buClr>
                <a:srgbClr val="990011"/>
              </a:buClr>
              <a:buSzPts val="1300"/>
            </a:pPr>
            <a:r>
              <a:rPr lang="en-US" sz="3467" b="1">
                <a:solidFill>
                  <a:srgbClr val="990011"/>
                </a:solidFill>
              </a:rPr>
              <a:t>Flutter</a:t>
            </a:r>
            <a:endParaRPr sz="3467">
              <a:solidFill>
                <a:schemeClr val="dk1"/>
              </a:solidFill>
            </a:endParaRPr>
          </a:p>
        </p:txBody>
      </p:sp>
      <p:sp>
        <p:nvSpPr>
          <p:cNvPr id="128" name="Google Shape;128;p11"/>
          <p:cNvSpPr/>
          <p:nvPr/>
        </p:nvSpPr>
        <p:spPr>
          <a:xfrm>
            <a:off x="11046339" y="4368765"/>
            <a:ext cx="8153600" cy="1463200"/>
          </a:xfrm>
          <a:prstGeom prst="rect">
            <a:avLst/>
          </a:prstGeom>
          <a:noFill/>
          <a:ln>
            <a:noFill/>
          </a:ln>
        </p:spPr>
        <p:txBody>
          <a:bodyPr spcFirstLastPara="1" wrap="square" lIns="0" tIns="0" rIns="0" bIns="0" anchor="ctr" anchorCtr="0">
            <a:noAutofit/>
          </a:bodyPr>
          <a:lstStyle/>
          <a:p>
            <a:pPr algn="l">
              <a:buClr>
                <a:srgbClr val="555555"/>
              </a:buClr>
              <a:buSzPts val="950"/>
            </a:pPr>
            <a:r>
              <a:rPr lang="en-US" sz="2533">
                <a:solidFill>
                  <a:srgbClr val="555555"/>
                </a:solidFill>
              </a:rPr>
              <a:t>Cross-platform mobile framework for the wallet UI. Communicates with Credo-ts via HTTP/WebSocket.</a:t>
            </a:r>
            <a:endParaRPr sz="2533">
              <a:solidFill>
                <a:schemeClr val="dk1"/>
              </a:solidFill>
            </a:endParaRPr>
          </a:p>
        </p:txBody>
      </p:sp>
      <p:sp>
        <p:nvSpPr>
          <p:cNvPr id="129" name="Google Shape;129;p11"/>
          <p:cNvSpPr/>
          <p:nvPr/>
        </p:nvSpPr>
        <p:spPr>
          <a:xfrm>
            <a:off x="10561032" y="6587704"/>
            <a:ext cx="233600" cy="2682400"/>
          </a:xfrm>
          <a:prstGeom prst="rect">
            <a:avLst/>
          </a:prstGeom>
          <a:solidFill>
            <a:srgbClr val="005F73"/>
          </a:solidFill>
          <a:ln w="12700" cap="flat" cmpd="sng">
            <a:solidFill>
              <a:srgbClr val="005F73"/>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243800" tIns="243800" rIns="243800" bIns="243800" anchor="ctr" anchorCtr="0">
            <a:noAutofit/>
          </a:bodyPr>
          <a:lstStyle/>
          <a:p>
            <a:pPr algn="l"/>
            <a:endParaRPr sz="5867"/>
          </a:p>
        </p:txBody>
      </p:sp>
      <p:sp>
        <p:nvSpPr>
          <p:cNvPr id="130" name="Google Shape;130;p11"/>
          <p:cNvSpPr/>
          <p:nvPr/>
        </p:nvSpPr>
        <p:spPr>
          <a:xfrm>
            <a:off x="10793979" y="6587704"/>
            <a:ext cx="8735200" cy="2682400"/>
          </a:xfrm>
          <a:prstGeom prst="rect">
            <a:avLst/>
          </a:prstGeom>
          <a:solidFill>
            <a:srgbClr val="F4F4F4"/>
          </a:solidFill>
          <a:ln w="9525" cap="flat" cmpd="sng">
            <a:solidFill>
              <a:srgbClr val="CCCCC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243800" tIns="243800" rIns="243800" bIns="243800" anchor="ctr" anchorCtr="0">
            <a:noAutofit/>
          </a:bodyPr>
          <a:lstStyle/>
          <a:p>
            <a:pPr algn="l"/>
            <a:endParaRPr sz="5867"/>
          </a:p>
        </p:txBody>
      </p:sp>
      <p:sp>
        <p:nvSpPr>
          <p:cNvPr id="131" name="Google Shape;131;p11"/>
          <p:cNvSpPr/>
          <p:nvPr/>
        </p:nvSpPr>
        <p:spPr>
          <a:xfrm>
            <a:off x="11046339" y="6734008"/>
            <a:ext cx="8153600" cy="926400"/>
          </a:xfrm>
          <a:prstGeom prst="rect">
            <a:avLst/>
          </a:prstGeom>
          <a:noFill/>
          <a:ln>
            <a:noFill/>
          </a:ln>
        </p:spPr>
        <p:txBody>
          <a:bodyPr spcFirstLastPara="1" wrap="square" lIns="0" tIns="0" rIns="0" bIns="0" anchor="ctr" anchorCtr="0">
            <a:noAutofit/>
          </a:bodyPr>
          <a:lstStyle/>
          <a:p>
            <a:pPr algn="l">
              <a:buClr>
                <a:srgbClr val="005F73"/>
              </a:buClr>
              <a:buSzPts val="1300"/>
            </a:pPr>
            <a:r>
              <a:rPr lang="en-US" sz="3467" b="1">
                <a:solidFill>
                  <a:srgbClr val="005F73"/>
                </a:solidFill>
              </a:rPr>
              <a:t>VON Network</a:t>
            </a:r>
            <a:endParaRPr sz="3467">
              <a:solidFill>
                <a:schemeClr val="dk1"/>
              </a:solidFill>
            </a:endParaRPr>
          </a:p>
        </p:txBody>
      </p:sp>
      <p:sp>
        <p:nvSpPr>
          <p:cNvPr id="132" name="Google Shape;132;p11"/>
          <p:cNvSpPr/>
          <p:nvPr/>
        </p:nvSpPr>
        <p:spPr>
          <a:xfrm>
            <a:off x="11046339" y="7660597"/>
            <a:ext cx="8153600" cy="1463200"/>
          </a:xfrm>
          <a:prstGeom prst="rect">
            <a:avLst/>
          </a:prstGeom>
          <a:noFill/>
          <a:ln>
            <a:noFill/>
          </a:ln>
        </p:spPr>
        <p:txBody>
          <a:bodyPr spcFirstLastPara="1" wrap="square" lIns="0" tIns="0" rIns="0" bIns="0" anchor="ctr" anchorCtr="0">
            <a:noAutofit/>
          </a:bodyPr>
          <a:lstStyle/>
          <a:p>
            <a:pPr algn="l">
              <a:buClr>
                <a:srgbClr val="555555"/>
              </a:buClr>
              <a:buSzPts val="950"/>
            </a:pPr>
            <a:r>
              <a:rPr lang="en-US" sz="2533">
                <a:solidFill>
                  <a:srgbClr val="555555"/>
                </a:solidFill>
              </a:rPr>
              <a:t>Hyperledger Indy-based VDR for DID registration and credential schema anchoring in the local test network.</a:t>
            </a:r>
            <a:endParaRPr sz="2533">
              <a:solidFill>
                <a:schemeClr val="dk1"/>
              </a:solidFill>
            </a:endParaRPr>
          </a:p>
        </p:txBody>
      </p:sp>
      <p:sp>
        <p:nvSpPr>
          <p:cNvPr id="133" name="Google Shape;133;p11"/>
          <p:cNvSpPr/>
          <p:nvPr/>
        </p:nvSpPr>
        <p:spPr>
          <a:xfrm>
            <a:off x="1141355" y="6587739"/>
            <a:ext cx="233600" cy="2682400"/>
          </a:xfrm>
          <a:prstGeom prst="rect">
            <a:avLst/>
          </a:prstGeom>
          <a:solidFill>
            <a:srgbClr val="0000FF"/>
          </a:solidFill>
          <a:ln w="12700" cap="flat" cmpd="sng">
            <a:solidFill>
              <a:srgbClr val="0000FF"/>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243800" tIns="243800" rIns="243800" bIns="243800" anchor="ctr" anchorCtr="0">
            <a:noAutofit/>
          </a:bodyPr>
          <a:lstStyle/>
          <a:p>
            <a:pPr algn="l"/>
            <a:endParaRPr sz="5867"/>
          </a:p>
        </p:txBody>
      </p:sp>
      <p:sp>
        <p:nvSpPr>
          <p:cNvPr id="134" name="Google Shape;134;p11"/>
          <p:cNvSpPr/>
          <p:nvPr/>
        </p:nvSpPr>
        <p:spPr>
          <a:xfrm>
            <a:off x="1374301" y="6587739"/>
            <a:ext cx="8735200" cy="2682400"/>
          </a:xfrm>
          <a:prstGeom prst="rect">
            <a:avLst/>
          </a:prstGeom>
          <a:solidFill>
            <a:srgbClr val="F4F4F4"/>
          </a:solidFill>
          <a:ln w="9525" cap="flat" cmpd="sng">
            <a:solidFill>
              <a:srgbClr val="CCCCCC"/>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243800" tIns="243800" rIns="243800" bIns="243800" anchor="ctr" anchorCtr="0">
            <a:noAutofit/>
          </a:bodyPr>
          <a:lstStyle/>
          <a:p>
            <a:pPr algn="l"/>
            <a:endParaRPr sz="5867"/>
          </a:p>
        </p:txBody>
      </p:sp>
      <p:sp>
        <p:nvSpPr>
          <p:cNvPr id="135" name="Google Shape;135;p11"/>
          <p:cNvSpPr/>
          <p:nvPr/>
        </p:nvSpPr>
        <p:spPr>
          <a:xfrm>
            <a:off x="1626661" y="6734043"/>
            <a:ext cx="8153600" cy="926400"/>
          </a:xfrm>
          <a:prstGeom prst="rect">
            <a:avLst/>
          </a:prstGeom>
          <a:noFill/>
          <a:ln>
            <a:noFill/>
          </a:ln>
        </p:spPr>
        <p:txBody>
          <a:bodyPr spcFirstLastPara="1" wrap="square" lIns="0" tIns="0" rIns="0" bIns="0" anchor="ctr" anchorCtr="0">
            <a:noAutofit/>
          </a:bodyPr>
          <a:lstStyle/>
          <a:p>
            <a:pPr algn="l">
              <a:buClr>
                <a:srgbClr val="24292E"/>
              </a:buClr>
              <a:buSzPts val="1300"/>
            </a:pPr>
            <a:r>
              <a:rPr lang="en-US" sz="3467" b="1">
                <a:solidFill>
                  <a:srgbClr val="0000FF"/>
                </a:solidFill>
              </a:rPr>
              <a:t>GitHub Projects, Discord</a:t>
            </a:r>
            <a:endParaRPr sz="3467">
              <a:solidFill>
                <a:srgbClr val="0000FF"/>
              </a:solidFill>
            </a:endParaRPr>
          </a:p>
        </p:txBody>
      </p:sp>
      <p:sp>
        <p:nvSpPr>
          <p:cNvPr id="136" name="Google Shape;136;p11"/>
          <p:cNvSpPr/>
          <p:nvPr/>
        </p:nvSpPr>
        <p:spPr>
          <a:xfrm>
            <a:off x="1626661" y="7660632"/>
            <a:ext cx="8153600" cy="1463200"/>
          </a:xfrm>
          <a:prstGeom prst="rect">
            <a:avLst/>
          </a:prstGeom>
          <a:noFill/>
          <a:ln>
            <a:noFill/>
          </a:ln>
        </p:spPr>
        <p:txBody>
          <a:bodyPr spcFirstLastPara="1" wrap="square" lIns="0" tIns="0" rIns="0" bIns="0" anchor="ctr" anchorCtr="0">
            <a:noAutofit/>
          </a:bodyPr>
          <a:lstStyle/>
          <a:p>
            <a:pPr algn="l">
              <a:buClr>
                <a:srgbClr val="555555"/>
              </a:buClr>
              <a:buSzPts val="950"/>
            </a:pPr>
            <a:r>
              <a:rPr lang="en-US" sz="2533" dirty="0">
                <a:solidFill>
                  <a:srgbClr val="555555"/>
                </a:solidFill>
              </a:rPr>
              <a:t>Task tracking and sprint management via GitHub Issues and Milestones.</a:t>
            </a:r>
            <a:endParaRPr sz="2533" dirty="0">
              <a:solidFill>
                <a:srgbClr val="555555"/>
              </a:solidFill>
            </a:endParaRPr>
          </a:p>
          <a:p>
            <a:pPr algn="l">
              <a:buClr>
                <a:srgbClr val="555555"/>
              </a:buClr>
              <a:buSzPts val="950"/>
            </a:pPr>
            <a:r>
              <a:rPr lang="en-US" sz="2533" dirty="0">
                <a:solidFill>
                  <a:srgbClr val="555555"/>
                </a:solidFill>
              </a:rPr>
              <a:t>Communication via messages and calls in Discord</a:t>
            </a:r>
            <a:endParaRPr sz="2533" dirty="0">
              <a:solidFill>
                <a:srgbClr val="555555"/>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12"/>
          <p:cNvSpPr txBox="1">
            <a:spLocks noGrp="1"/>
          </p:cNvSpPr>
          <p:nvPr>
            <p:ph type="body" idx="1"/>
          </p:nvPr>
        </p:nvSpPr>
        <p:spPr>
          <a:xfrm>
            <a:off x="1555995" y="12796688"/>
            <a:ext cx="19190400" cy="364800"/>
          </a:xfrm>
          <a:prstGeom prst="rect">
            <a:avLst/>
          </a:prstGeom>
        </p:spPr>
        <p:txBody>
          <a:bodyPr spcFirstLastPara="1" wrap="square" lIns="91400" tIns="45733" rIns="91400" bIns="45733" anchor="t" anchorCtr="0">
            <a:noAutofit/>
          </a:bodyPr>
          <a:lstStyle/>
          <a:p>
            <a:pPr marL="0" indent="0"/>
            <a:r>
              <a:rPr lang="en-US" i="1">
                <a:solidFill>
                  <a:schemeClr val="dk1"/>
                </a:solidFill>
                <a:latin typeface="Calibri"/>
                <a:ea typeface="Calibri"/>
                <a:cs typeface="Calibri"/>
                <a:sym typeface="Calibri"/>
              </a:rPr>
              <a:t>2026 | Internet of Services Lab | Page 7</a:t>
            </a:r>
            <a:endParaRPr i="1">
              <a:solidFill>
                <a:schemeClr val="dk1"/>
              </a:solidFill>
              <a:latin typeface="Calibri"/>
              <a:ea typeface="Calibri"/>
              <a:cs typeface="Calibri"/>
              <a:sym typeface="Calibri"/>
            </a:endParaRPr>
          </a:p>
          <a:p>
            <a:pPr marL="0" indent="0"/>
            <a:endParaRPr i="1">
              <a:solidFill>
                <a:schemeClr val="dk1"/>
              </a:solidFill>
            </a:endParaRPr>
          </a:p>
        </p:txBody>
      </p:sp>
      <p:sp>
        <p:nvSpPr>
          <p:cNvPr id="143" name="Google Shape;143;p12"/>
          <p:cNvSpPr txBox="1">
            <a:spLocks noGrp="1"/>
          </p:cNvSpPr>
          <p:nvPr>
            <p:ph type="body" idx="2"/>
          </p:nvPr>
        </p:nvSpPr>
        <p:spPr>
          <a:xfrm>
            <a:off x="850901" y="457200"/>
            <a:ext cx="18378400" cy="735200"/>
          </a:xfrm>
          <a:prstGeom prst="rect">
            <a:avLst/>
          </a:prstGeom>
        </p:spPr>
        <p:txBody>
          <a:bodyPr spcFirstLastPara="1" wrap="square" lIns="91400" tIns="0" rIns="91400" bIns="0" anchor="t" anchorCtr="0">
            <a:noAutofit/>
          </a:bodyPr>
          <a:lstStyle/>
          <a:p>
            <a:pPr marL="0" indent="0"/>
            <a:r>
              <a:rPr lang="en-US" sz="5867" dirty="0">
                <a:solidFill>
                  <a:srgbClr val="990011"/>
                </a:solidFill>
                <a:latin typeface="Calibri"/>
                <a:ea typeface="Calibri"/>
                <a:cs typeface="Calibri"/>
                <a:sym typeface="Calibri"/>
              </a:rPr>
              <a:t>Work Distribution &amp; Collaboration</a:t>
            </a:r>
            <a:endParaRPr sz="5867" b="0" dirty="0">
              <a:solidFill>
                <a:schemeClr val="dk1"/>
              </a:solidFill>
              <a:latin typeface="Calibri"/>
              <a:ea typeface="Calibri"/>
              <a:cs typeface="Calibri"/>
              <a:sym typeface="Calibri"/>
            </a:endParaRPr>
          </a:p>
          <a:p>
            <a:pPr marL="0" indent="0"/>
            <a:endParaRPr sz="5867" dirty="0">
              <a:solidFill>
                <a:srgbClr val="990011"/>
              </a:solidFill>
            </a:endParaRPr>
          </a:p>
          <a:p>
            <a:pPr marL="0" indent="0"/>
            <a:endParaRPr sz="5867" dirty="0">
              <a:solidFill>
                <a:srgbClr val="990011"/>
              </a:solidFill>
            </a:endParaRPr>
          </a:p>
          <a:p>
            <a:pPr marL="0" indent="0"/>
            <a:endParaRPr sz="5867" dirty="0">
              <a:solidFill>
                <a:srgbClr val="990011"/>
              </a:solidFill>
            </a:endParaRPr>
          </a:p>
          <a:p>
            <a:pPr marL="0" indent="0"/>
            <a:endParaRPr sz="5867" dirty="0">
              <a:solidFill>
                <a:srgbClr val="990011"/>
              </a:solidFill>
              <a:latin typeface="Calibri"/>
              <a:ea typeface="Calibri"/>
              <a:cs typeface="Calibri"/>
              <a:sym typeface="Calibri"/>
            </a:endParaRPr>
          </a:p>
          <a:p>
            <a:pPr marL="0" indent="0"/>
            <a:endParaRPr dirty="0"/>
          </a:p>
        </p:txBody>
      </p:sp>
      <p:sp>
        <p:nvSpPr>
          <p:cNvPr id="144" name="Google Shape;144;p12"/>
          <p:cNvSpPr/>
          <p:nvPr/>
        </p:nvSpPr>
        <p:spPr>
          <a:xfrm>
            <a:off x="846187" y="2591893"/>
            <a:ext cx="10728800" cy="1097600"/>
          </a:xfrm>
          <a:prstGeom prst="rect">
            <a:avLst/>
          </a:prstGeom>
          <a:noFill/>
          <a:ln>
            <a:noFill/>
          </a:ln>
        </p:spPr>
        <p:txBody>
          <a:bodyPr spcFirstLastPara="1" wrap="square" lIns="0" tIns="0" rIns="0" bIns="0" anchor="ctr" anchorCtr="0">
            <a:noAutofit/>
          </a:bodyPr>
          <a:lstStyle/>
          <a:p>
            <a:pPr algn="l">
              <a:buClr>
                <a:srgbClr val="990011"/>
              </a:buClr>
              <a:buSzPts val="1500"/>
            </a:pPr>
            <a:r>
              <a:rPr lang="en-US" sz="4000" b="1" dirty="0">
                <a:solidFill>
                  <a:srgbClr val="990011"/>
                </a:solidFill>
              </a:rPr>
              <a:t>How We Collaborate</a:t>
            </a:r>
            <a:endParaRPr sz="4000" dirty="0">
              <a:solidFill>
                <a:schemeClr val="dk1"/>
              </a:solidFill>
            </a:endParaRPr>
          </a:p>
        </p:txBody>
      </p:sp>
      <p:sp>
        <p:nvSpPr>
          <p:cNvPr id="145" name="Google Shape;145;p12"/>
          <p:cNvSpPr/>
          <p:nvPr/>
        </p:nvSpPr>
        <p:spPr>
          <a:xfrm>
            <a:off x="846187" y="4097867"/>
            <a:ext cx="254480" cy="269258"/>
          </a:xfrm>
          <a:prstGeom prst="ellipse">
            <a:avLst/>
          </a:prstGeom>
          <a:solidFill>
            <a:srgbClr val="990011"/>
          </a:solidFill>
          <a:ln w="12700" cap="flat" cmpd="sng">
            <a:solidFill>
              <a:srgbClr val="990011"/>
            </a:solidFill>
            <a:prstDash val="solid"/>
            <a:round/>
            <a:headEnd type="none" w="sm" len="sm"/>
            <a:tailEnd type="none" w="sm" len="sm"/>
          </a:ln>
        </p:spPr>
        <p:txBody>
          <a:bodyPr spcFirstLastPara="1" wrap="square" lIns="243800" tIns="243800" rIns="243800" bIns="243800" anchor="ctr" anchorCtr="0">
            <a:noAutofit/>
          </a:bodyPr>
          <a:lstStyle/>
          <a:p>
            <a:pPr algn="l"/>
            <a:endParaRPr sz="4000"/>
          </a:p>
        </p:txBody>
      </p:sp>
      <p:sp>
        <p:nvSpPr>
          <p:cNvPr id="146" name="Google Shape;146;p12"/>
          <p:cNvSpPr/>
          <p:nvPr/>
        </p:nvSpPr>
        <p:spPr>
          <a:xfrm>
            <a:off x="1437464" y="3814560"/>
            <a:ext cx="9753600" cy="853600"/>
          </a:xfrm>
          <a:prstGeom prst="rect">
            <a:avLst/>
          </a:prstGeom>
          <a:noFill/>
          <a:ln>
            <a:noFill/>
          </a:ln>
        </p:spPr>
        <p:txBody>
          <a:bodyPr spcFirstLastPara="1" wrap="square" lIns="0" tIns="0" rIns="0" bIns="0" anchor="ctr" anchorCtr="0">
            <a:noAutofit/>
          </a:bodyPr>
          <a:lstStyle/>
          <a:p>
            <a:pPr algn="l">
              <a:buClr>
                <a:srgbClr val="1A1A1A"/>
              </a:buClr>
              <a:buSzPts val="1100"/>
            </a:pPr>
            <a:r>
              <a:rPr lang="en-US" sz="2933" dirty="0">
                <a:solidFill>
                  <a:srgbClr val="1A1A1A"/>
                </a:solidFill>
              </a:rPr>
              <a:t>Weekly team sync every Friday at 10:00 AM</a:t>
            </a:r>
            <a:endParaRPr sz="2933" dirty="0">
              <a:solidFill>
                <a:schemeClr val="dk1"/>
              </a:solidFill>
            </a:endParaRPr>
          </a:p>
        </p:txBody>
      </p:sp>
      <p:sp>
        <p:nvSpPr>
          <p:cNvPr id="147" name="Google Shape;147;p12"/>
          <p:cNvSpPr/>
          <p:nvPr/>
        </p:nvSpPr>
        <p:spPr>
          <a:xfrm>
            <a:off x="846187" y="5609675"/>
            <a:ext cx="254480" cy="269258"/>
          </a:xfrm>
          <a:prstGeom prst="ellipse">
            <a:avLst/>
          </a:prstGeom>
          <a:solidFill>
            <a:srgbClr val="990011"/>
          </a:solidFill>
          <a:ln w="12700" cap="flat" cmpd="sng">
            <a:solidFill>
              <a:srgbClr val="990011"/>
            </a:solidFill>
            <a:prstDash val="solid"/>
            <a:round/>
            <a:headEnd type="none" w="sm" len="sm"/>
            <a:tailEnd type="none" w="sm" len="sm"/>
          </a:ln>
        </p:spPr>
        <p:txBody>
          <a:bodyPr spcFirstLastPara="1" wrap="square" lIns="243800" tIns="243800" rIns="243800" bIns="243800" anchor="ctr" anchorCtr="0">
            <a:noAutofit/>
          </a:bodyPr>
          <a:lstStyle/>
          <a:p>
            <a:pPr algn="l"/>
            <a:endParaRPr sz="4000"/>
          </a:p>
        </p:txBody>
      </p:sp>
      <p:sp>
        <p:nvSpPr>
          <p:cNvPr id="148" name="Google Shape;148;p12"/>
          <p:cNvSpPr/>
          <p:nvPr/>
        </p:nvSpPr>
        <p:spPr>
          <a:xfrm>
            <a:off x="1437464" y="5326368"/>
            <a:ext cx="9753600" cy="853600"/>
          </a:xfrm>
          <a:prstGeom prst="rect">
            <a:avLst/>
          </a:prstGeom>
          <a:noFill/>
          <a:ln>
            <a:noFill/>
          </a:ln>
        </p:spPr>
        <p:txBody>
          <a:bodyPr spcFirstLastPara="1" wrap="square" lIns="0" tIns="0" rIns="0" bIns="0" anchor="ctr" anchorCtr="0">
            <a:noAutofit/>
          </a:bodyPr>
          <a:lstStyle/>
          <a:p>
            <a:pPr algn="l">
              <a:buClr>
                <a:srgbClr val="1A1A1A"/>
              </a:buClr>
              <a:buSzPts val="1100"/>
            </a:pPr>
            <a:r>
              <a:rPr lang="en-US" sz="2933" dirty="0">
                <a:solidFill>
                  <a:srgbClr val="1A1A1A"/>
                </a:solidFill>
              </a:rPr>
              <a:t>Supervisor meetings with Sanjeet Raj Pandey</a:t>
            </a:r>
            <a:endParaRPr sz="2933" dirty="0">
              <a:solidFill>
                <a:schemeClr val="dk1"/>
              </a:solidFill>
            </a:endParaRPr>
          </a:p>
        </p:txBody>
      </p:sp>
      <p:sp>
        <p:nvSpPr>
          <p:cNvPr id="149" name="Google Shape;149;p12"/>
          <p:cNvSpPr/>
          <p:nvPr/>
        </p:nvSpPr>
        <p:spPr>
          <a:xfrm>
            <a:off x="846187" y="7121483"/>
            <a:ext cx="254480" cy="269258"/>
          </a:xfrm>
          <a:prstGeom prst="ellipse">
            <a:avLst/>
          </a:prstGeom>
          <a:solidFill>
            <a:srgbClr val="990011"/>
          </a:solidFill>
          <a:ln w="12700" cap="flat" cmpd="sng">
            <a:solidFill>
              <a:srgbClr val="990011"/>
            </a:solidFill>
            <a:prstDash val="solid"/>
            <a:round/>
            <a:headEnd type="none" w="sm" len="sm"/>
            <a:tailEnd type="none" w="sm" len="sm"/>
          </a:ln>
        </p:spPr>
        <p:txBody>
          <a:bodyPr spcFirstLastPara="1" wrap="square" lIns="243800" tIns="243800" rIns="243800" bIns="243800" anchor="ctr" anchorCtr="0">
            <a:noAutofit/>
          </a:bodyPr>
          <a:lstStyle/>
          <a:p>
            <a:pPr algn="l"/>
            <a:endParaRPr sz="4000"/>
          </a:p>
        </p:txBody>
      </p:sp>
      <p:sp>
        <p:nvSpPr>
          <p:cNvPr id="150" name="Google Shape;150;p12"/>
          <p:cNvSpPr/>
          <p:nvPr/>
        </p:nvSpPr>
        <p:spPr>
          <a:xfrm>
            <a:off x="1437464" y="6838176"/>
            <a:ext cx="9753600" cy="853600"/>
          </a:xfrm>
          <a:prstGeom prst="rect">
            <a:avLst/>
          </a:prstGeom>
          <a:noFill/>
          <a:ln>
            <a:noFill/>
          </a:ln>
        </p:spPr>
        <p:txBody>
          <a:bodyPr spcFirstLastPara="1" wrap="square" lIns="0" tIns="0" rIns="0" bIns="0" anchor="ctr" anchorCtr="0">
            <a:noAutofit/>
          </a:bodyPr>
          <a:lstStyle/>
          <a:p>
            <a:pPr algn="l">
              <a:buClr>
                <a:srgbClr val="1A1A1A"/>
              </a:buClr>
              <a:buSzPts val="1100"/>
            </a:pPr>
            <a:r>
              <a:rPr lang="en-US" sz="2933">
                <a:solidFill>
                  <a:srgbClr val="1A1A1A"/>
                </a:solidFill>
              </a:rPr>
              <a:t>GitHub Issues + Milestones for task tracking</a:t>
            </a:r>
            <a:endParaRPr sz="2933">
              <a:solidFill>
                <a:schemeClr val="dk1"/>
              </a:solidFill>
            </a:endParaRPr>
          </a:p>
        </p:txBody>
      </p:sp>
      <p:sp>
        <p:nvSpPr>
          <p:cNvPr id="151" name="Google Shape;151;p12"/>
          <p:cNvSpPr/>
          <p:nvPr/>
        </p:nvSpPr>
        <p:spPr>
          <a:xfrm>
            <a:off x="846187" y="8633291"/>
            <a:ext cx="254480" cy="269258"/>
          </a:xfrm>
          <a:prstGeom prst="ellipse">
            <a:avLst/>
          </a:prstGeom>
          <a:solidFill>
            <a:srgbClr val="990011"/>
          </a:solidFill>
          <a:ln w="12700" cap="flat" cmpd="sng">
            <a:solidFill>
              <a:srgbClr val="990011"/>
            </a:solidFill>
            <a:prstDash val="solid"/>
            <a:round/>
            <a:headEnd type="none" w="sm" len="sm"/>
            <a:tailEnd type="none" w="sm" len="sm"/>
          </a:ln>
        </p:spPr>
        <p:txBody>
          <a:bodyPr spcFirstLastPara="1" wrap="square" lIns="243800" tIns="243800" rIns="243800" bIns="243800" anchor="ctr" anchorCtr="0">
            <a:noAutofit/>
          </a:bodyPr>
          <a:lstStyle/>
          <a:p>
            <a:pPr algn="l"/>
            <a:endParaRPr sz="4000"/>
          </a:p>
        </p:txBody>
      </p:sp>
      <p:sp>
        <p:nvSpPr>
          <p:cNvPr id="152" name="Google Shape;152;p12"/>
          <p:cNvSpPr/>
          <p:nvPr/>
        </p:nvSpPr>
        <p:spPr>
          <a:xfrm>
            <a:off x="1437464" y="8349984"/>
            <a:ext cx="9753600" cy="853600"/>
          </a:xfrm>
          <a:prstGeom prst="rect">
            <a:avLst/>
          </a:prstGeom>
          <a:noFill/>
          <a:ln>
            <a:noFill/>
          </a:ln>
        </p:spPr>
        <p:txBody>
          <a:bodyPr spcFirstLastPara="1" wrap="square" lIns="0" tIns="0" rIns="0" bIns="0" anchor="ctr" anchorCtr="0">
            <a:noAutofit/>
          </a:bodyPr>
          <a:lstStyle/>
          <a:p>
            <a:pPr algn="l">
              <a:buClr>
                <a:srgbClr val="1A1A1A"/>
              </a:buClr>
              <a:buSzPts val="1100"/>
            </a:pPr>
            <a:r>
              <a:rPr lang="en-US" sz="2933">
                <a:solidFill>
                  <a:srgbClr val="1A1A1A"/>
                </a:solidFill>
              </a:rPr>
              <a:t>Organisation: github.com/interactive-wallet</a:t>
            </a:r>
            <a:endParaRPr sz="2933">
              <a:solidFill>
                <a:schemeClr val="dk1"/>
              </a:solidFill>
            </a:endParaRPr>
          </a:p>
        </p:txBody>
      </p:sp>
      <p:sp>
        <p:nvSpPr>
          <p:cNvPr id="153" name="Google Shape;153;p12"/>
          <p:cNvSpPr/>
          <p:nvPr/>
        </p:nvSpPr>
        <p:spPr>
          <a:xfrm>
            <a:off x="846187" y="10145099"/>
            <a:ext cx="254480" cy="269258"/>
          </a:xfrm>
          <a:prstGeom prst="ellipse">
            <a:avLst/>
          </a:prstGeom>
          <a:solidFill>
            <a:srgbClr val="990011"/>
          </a:solidFill>
          <a:ln w="12700" cap="flat" cmpd="sng">
            <a:solidFill>
              <a:srgbClr val="990011"/>
            </a:solidFill>
            <a:prstDash val="solid"/>
            <a:round/>
            <a:headEnd type="none" w="sm" len="sm"/>
            <a:tailEnd type="none" w="sm" len="sm"/>
          </a:ln>
        </p:spPr>
        <p:txBody>
          <a:bodyPr spcFirstLastPara="1" wrap="square" lIns="243800" tIns="243800" rIns="243800" bIns="243800" anchor="ctr" anchorCtr="0">
            <a:noAutofit/>
          </a:bodyPr>
          <a:lstStyle/>
          <a:p>
            <a:pPr algn="l"/>
            <a:endParaRPr sz="4000"/>
          </a:p>
        </p:txBody>
      </p:sp>
      <p:sp>
        <p:nvSpPr>
          <p:cNvPr id="154" name="Google Shape;154;p12"/>
          <p:cNvSpPr/>
          <p:nvPr/>
        </p:nvSpPr>
        <p:spPr>
          <a:xfrm>
            <a:off x="1437464" y="9861792"/>
            <a:ext cx="9753600" cy="853600"/>
          </a:xfrm>
          <a:prstGeom prst="rect">
            <a:avLst/>
          </a:prstGeom>
          <a:noFill/>
          <a:ln>
            <a:noFill/>
          </a:ln>
        </p:spPr>
        <p:txBody>
          <a:bodyPr spcFirstLastPara="1" wrap="square" lIns="0" tIns="0" rIns="0" bIns="0" anchor="ctr" anchorCtr="0">
            <a:noAutofit/>
          </a:bodyPr>
          <a:lstStyle/>
          <a:p>
            <a:pPr algn="l">
              <a:buClr>
                <a:srgbClr val="1A1A1A"/>
              </a:buClr>
              <a:buSzPts val="1100"/>
            </a:pPr>
            <a:r>
              <a:rPr lang="en-US" sz="2933">
                <a:solidFill>
                  <a:srgbClr val="1A1A1A"/>
                </a:solidFill>
              </a:rPr>
              <a:t>Excalidraw for shared architecture diagrams</a:t>
            </a:r>
            <a:endParaRPr sz="2933">
              <a:solidFill>
                <a:schemeClr val="dk1"/>
              </a:solidFill>
            </a:endParaRPr>
          </a:p>
        </p:txBody>
      </p:sp>
      <p:sp>
        <p:nvSpPr>
          <p:cNvPr id="155" name="Google Shape;155;p12"/>
          <p:cNvSpPr/>
          <p:nvPr/>
        </p:nvSpPr>
        <p:spPr>
          <a:xfrm>
            <a:off x="10695120" y="2591867"/>
            <a:ext cx="11140000" cy="1097600"/>
          </a:xfrm>
          <a:prstGeom prst="rect">
            <a:avLst/>
          </a:prstGeom>
          <a:noFill/>
          <a:ln>
            <a:noFill/>
          </a:ln>
        </p:spPr>
        <p:txBody>
          <a:bodyPr spcFirstLastPara="1" wrap="square" lIns="0" tIns="0" rIns="0" bIns="0" anchor="ctr" anchorCtr="0">
            <a:noAutofit/>
          </a:bodyPr>
          <a:lstStyle/>
          <a:p>
            <a:pPr algn="l">
              <a:buClr>
                <a:srgbClr val="990011"/>
              </a:buClr>
              <a:buSzPts val="1500"/>
            </a:pPr>
            <a:r>
              <a:rPr lang="en-US" sz="4000" b="1" dirty="0">
                <a:solidFill>
                  <a:srgbClr val="990011"/>
                </a:solidFill>
              </a:rPr>
              <a:t>Task Split by Track</a:t>
            </a:r>
            <a:endParaRPr sz="4000" dirty="0">
              <a:solidFill>
                <a:schemeClr val="dk1"/>
              </a:solidFill>
            </a:endParaRPr>
          </a:p>
        </p:txBody>
      </p:sp>
      <p:sp>
        <p:nvSpPr>
          <p:cNvPr id="156" name="Google Shape;156;p12"/>
          <p:cNvSpPr/>
          <p:nvPr/>
        </p:nvSpPr>
        <p:spPr>
          <a:xfrm>
            <a:off x="10777320" y="3672184"/>
            <a:ext cx="9997600" cy="853600"/>
          </a:xfrm>
          <a:prstGeom prst="rect">
            <a:avLst/>
          </a:prstGeom>
          <a:noFill/>
          <a:ln>
            <a:noFill/>
          </a:ln>
        </p:spPr>
        <p:txBody>
          <a:bodyPr spcFirstLastPara="1" wrap="square" lIns="0" tIns="0" rIns="0" bIns="0" anchor="ctr" anchorCtr="0">
            <a:noAutofit/>
          </a:bodyPr>
          <a:lstStyle/>
          <a:p>
            <a:pPr algn="l">
              <a:buClr>
                <a:srgbClr val="1A1A1A"/>
              </a:buClr>
              <a:buSzPts val="1200"/>
            </a:pPr>
            <a:r>
              <a:rPr lang="en-US" sz="3200" b="1">
                <a:solidFill>
                  <a:srgbClr val="1A1A1A"/>
                </a:solidFill>
              </a:rPr>
              <a:t>Backbone / Infrastructure</a:t>
            </a:r>
            <a:endParaRPr sz="3200">
              <a:solidFill>
                <a:schemeClr val="dk1"/>
              </a:solidFill>
            </a:endParaRPr>
          </a:p>
        </p:txBody>
      </p:sp>
      <p:sp>
        <p:nvSpPr>
          <p:cNvPr id="157" name="Google Shape;157;p12"/>
          <p:cNvSpPr/>
          <p:nvPr/>
        </p:nvSpPr>
        <p:spPr>
          <a:xfrm>
            <a:off x="10777320" y="4598773"/>
            <a:ext cx="9997600" cy="1219200"/>
          </a:xfrm>
          <a:prstGeom prst="rect">
            <a:avLst/>
          </a:prstGeom>
          <a:noFill/>
          <a:ln>
            <a:noFill/>
          </a:ln>
        </p:spPr>
        <p:txBody>
          <a:bodyPr spcFirstLastPara="1" wrap="square" lIns="0" tIns="0" rIns="0" bIns="0" anchor="ctr" anchorCtr="0">
            <a:noAutofit/>
          </a:bodyPr>
          <a:lstStyle/>
          <a:p>
            <a:pPr algn="l">
              <a:buClr>
                <a:srgbClr val="555555"/>
              </a:buClr>
              <a:buSzPts val="1000"/>
            </a:pPr>
            <a:r>
              <a:rPr lang="en-US" sz="2933">
                <a:solidFill>
                  <a:srgbClr val="555555"/>
                </a:solidFill>
              </a:rPr>
              <a:t>Julian, Max  ·  Mediator, Push Notifications, VON</a:t>
            </a:r>
            <a:endParaRPr sz="2933">
              <a:solidFill>
                <a:srgbClr val="555555"/>
              </a:solidFill>
            </a:endParaRPr>
          </a:p>
          <a:p>
            <a:pPr algn="l">
              <a:buClr>
                <a:srgbClr val="555555"/>
              </a:buClr>
              <a:buSzPts val="1000"/>
            </a:pPr>
            <a:r>
              <a:rPr lang="en-US" sz="2933">
                <a:solidFill>
                  <a:srgbClr val="555555"/>
                </a:solidFill>
              </a:rPr>
              <a:t>Adrian ·  Agent setup, OOB connections, HTTP bridge</a:t>
            </a:r>
            <a:endParaRPr sz="2933">
              <a:solidFill>
                <a:srgbClr val="555555"/>
              </a:solidFill>
            </a:endParaRPr>
          </a:p>
        </p:txBody>
      </p:sp>
      <p:sp>
        <p:nvSpPr>
          <p:cNvPr id="158" name="Google Shape;158;p12"/>
          <p:cNvSpPr/>
          <p:nvPr/>
        </p:nvSpPr>
        <p:spPr>
          <a:xfrm>
            <a:off x="10777320" y="6631080"/>
            <a:ext cx="9997600" cy="853600"/>
          </a:xfrm>
          <a:prstGeom prst="rect">
            <a:avLst/>
          </a:prstGeom>
          <a:noFill/>
          <a:ln>
            <a:noFill/>
          </a:ln>
        </p:spPr>
        <p:txBody>
          <a:bodyPr spcFirstLastPara="1" wrap="square" lIns="0" tIns="0" rIns="0" bIns="0" anchor="ctr" anchorCtr="0">
            <a:noAutofit/>
          </a:bodyPr>
          <a:lstStyle/>
          <a:p>
            <a:pPr algn="l">
              <a:buClr>
                <a:srgbClr val="1A1A1A"/>
              </a:buClr>
              <a:buSzPts val="1200"/>
            </a:pPr>
            <a:r>
              <a:rPr lang="en-US" sz="3200" b="1">
                <a:solidFill>
                  <a:srgbClr val="1A1A1A"/>
                </a:solidFill>
              </a:rPr>
              <a:t>Flutter UI</a:t>
            </a:r>
            <a:endParaRPr sz="3200">
              <a:solidFill>
                <a:schemeClr val="dk1"/>
              </a:solidFill>
            </a:endParaRPr>
          </a:p>
        </p:txBody>
      </p:sp>
      <p:sp>
        <p:nvSpPr>
          <p:cNvPr id="159" name="Google Shape;159;p12"/>
          <p:cNvSpPr/>
          <p:nvPr/>
        </p:nvSpPr>
        <p:spPr>
          <a:xfrm>
            <a:off x="10777320" y="7359005"/>
            <a:ext cx="9997600" cy="1219200"/>
          </a:xfrm>
          <a:prstGeom prst="rect">
            <a:avLst/>
          </a:prstGeom>
          <a:noFill/>
          <a:ln>
            <a:noFill/>
          </a:ln>
        </p:spPr>
        <p:txBody>
          <a:bodyPr spcFirstLastPara="1" wrap="square" lIns="0" tIns="0" rIns="0" bIns="0" anchor="ctr" anchorCtr="0">
            <a:noAutofit/>
          </a:bodyPr>
          <a:lstStyle/>
          <a:p>
            <a:pPr algn="l">
              <a:buClr>
                <a:srgbClr val="555555"/>
              </a:buClr>
              <a:buSzPts val="1000"/>
            </a:pPr>
            <a:r>
              <a:rPr lang="en-US" sz="2933">
                <a:solidFill>
                  <a:srgbClr val="555555"/>
                </a:solidFill>
              </a:rPr>
              <a:t>Arian + Lennard  ·  Credential list, request handling, UI</a:t>
            </a:r>
            <a:endParaRPr sz="2933">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13"/>
          <p:cNvSpPr txBox="1">
            <a:spLocks noGrp="1"/>
          </p:cNvSpPr>
          <p:nvPr>
            <p:ph type="body" idx="1"/>
          </p:nvPr>
        </p:nvSpPr>
        <p:spPr>
          <a:xfrm>
            <a:off x="1555995" y="12796688"/>
            <a:ext cx="19190400" cy="364800"/>
          </a:xfrm>
          <a:prstGeom prst="rect">
            <a:avLst/>
          </a:prstGeom>
        </p:spPr>
        <p:txBody>
          <a:bodyPr spcFirstLastPara="1" wrap="square" lIns="91400" tIns="45733" rIns="91400" bIns="45733" anchor="t" anchorCtr="0">
            <a:noAutofit/>
          </a:bodyPr>
          <a:lstStyle/>
          <a:p>
            <a:pPr marL="0" indent="0">
              <a:buClr>
                <a:schemeClr val="dk1"/>
              </a:buClr>
              <a:buSzPts val="1100"/>
            </a:pPr>
            <a:r>
              <a:rPr lang="en-US" i="1">
                <a:solidFill>
                  <a:schemeClr val="dk1"/>
                </a:solidFill>
                <a:latin typeface="Calibri"/>
                <a:ea typeface="Calibri"/>
                <a:cs typeface="Calibri"/>
                <a:sym typeface="Calibri"/>
              </a:rPr>
              <a:t>2026 | Internet of Services Lab | Page 8</a:t>
            </a:r>
            <a:endParaRPr i="1">
              <a:solidFill>
                <a:schemeClr val="dk1"/>
              </a:solidFill>
              <a:latin typeface="Calibri"/>
              <a:ea typeface="Calibri"/>
              <a:cs typeface="Calibri"/>
              <a:sym typeface="Calibri"/>
            </a:endParaRPr>
          </a:p>
          <a:p>
            <a:pPr marL="0" indent="0">
              <a:buClr>
                <a:schemeClr val="dk1"/>
              </a:buClr>
              <a:buSzPts val="1100"/>
            </a:pPr>
            <a:endParaRPr i="1">
              <a:solidFill>
                <a:schemeClr val="dk1"/>
              </a:solidFill>
            </a:endParaRPr>
          </a:p>
          <a:p>
            <a:pPr marL="0" indent="0"/>
            <a:endParaRPr/>
          </a:p>
        </p:txBody>
      </p:sp>
      <p:sp>
        <p:nvSpPr>
          <p:cNvPr id="166" name="Google Shape;166;p13"/>
          <p:cNvSpPr txBox="1">
            <a:spLocks noGrp="1"/>
          </p:cNvSpPr>
          <p:nvPr>
            <p:ph type="body" idx="2"/>
          </p:nvPr>
        </p:nvSpPr>
        <p:spPr>
          <a:xfrm>
            <a:off x="850901" y="457200"/>
            <a:ext cx="18378400" cy="735200"/>
          </a:xfrm>
          <a:prstGeom prst="rect">
            <a:avLst/>
          </a:prstGeom>
        </p:spPr>
        <p:txBody>
          <a:bodyPr spcFirstLastPara="1" wrap="square" lIns="91400" tIns="0" rIns="91400" bIns="0" anchor="t" anchorCtr="0">
            <a:noAutofit/>
          </a:bodyPr>
          <a:lstStyle/>
          <a:p>
            <a:pPr marL="0" marR="0" lvl="0" indent="0" algn="l" defTabSz="914400" rtl="0" eaLnBrk="1" fontAlgn="auto" latinLnBrk="0" hangingPunct="1">
              <a:lnSpc>
                <a:spcPct val="100000"/>
              </a:lnSpc>
              <a:spcBef>
                <a:spcPts val="0"/>
              </a:spcBef>
              <a:spcAft>
                <a:spcPts val="0"/>
              </a:spcAft>
              <a:buClr>
                <a:srgbClr val="C00000"/>
              </a:buClr>
              <a:buSzPts val="2000"/>
              <a:buFont typeface="Arial"/>
              <a:buNone/>
              <a:tabLst/>
              <a:defRPr/>
            </a:pPr>
            <a:r>
              <a:rPr kumimoji="0" lang="en-US" sz="5867" b="1" i="0" u="none" strike="noStrike" kern="0" cap="none" spc="0" normalizeH="0" baseline="0" noProof="0" dirty="0">
                <a:ln>
                  <a:noFill/>
                </a:ln>
                <a:solidFill>
                  <a:srgbClr val="990011"/>
                </a:solidFill>
                <a:effectLst/>
                <a:uLnTx/>
                <a:uFill>
                  <a:solidFill>
                    <a:srgbClr val="000000"/>
                  </a:solidFill>
                </a:uFill>
                <a:latin typeface="Calibri"/>
                <a:ea typeface="Calibri"/>
                <a:cs typeface="Calibri"/>
                <a:sym typeface="Calibri"/>
              </a:rPr>
              <a:t>MVP - Current State</a:t>
            </a:r>
            <a:endParaRPr kumimoji="0" lang="en-US" sz="5867" b="0" i="0" u="none" strike="noStrike" kern="0" cap="none" spc="0" normalizeH="0" baseline="0" noProof="0" dirty="0">
              <a:ln>
                <a:noFill/>
              </a:ln>
              <a:solidFill>
                <a:srgbClr val="000000"/>
              </a:solidFill>
              <a:effectLst/>
              <a:uLnTx/>
              <a:uFill>
                <a:solidFill>
                  <a:srgbClr val="000000"/>
                </a:solidFill>
              </a:uFill>
              <a:latin typeface="Calibri"/>
              <a:ea typeface="Calibri"/>
              <a:cs typeface="Calibri"/>
              <a:sym typeface="Calibri"/>
            </a:endParaRPr>
          </a:p>
          <a:p>
            <a:pPr marL="0" indent="0"/>
            <a:endParaRPr dirty="0"/>
          </a:p>
        </p:txBody>
      </p:sp>
      <p:sp>
        <p:nvSpPr>
          <p:cNvPr id="167" name="Google Shape;167;p13"/>
          <p:cNvSpPr txBox="1">
            <a:spLocks noGrp="1"/>
          </p:cNvSpPr>
          <p:nvPr>
            <p:ph type="body" idx="3"/>
          </p:nvPr>
        </p:nvSpPr>
        <p:spPr>
          <a:xfrm>
            <a:off x="846192" y="1236461"/>
            <a:ext cx="18383200" cy="735200"/>
          </a:xfrm>
          <a:prstGeom prst="rect">
            <a:avLst/>
          </a:prstGeom>
        </p:spPr>
        <p:txBody>
          <a:bodyPr spcFirstLastPara="1" wrap="square" lIns="91400" tIns="0" rIns="91400" bIns="0" anchor="t" anchorCtr="0">
            <a:noAutofit/>
          </a:bodyPr>
          <a:lstStyle/>
          <a:p>
            <a:pPr marL="0" indent="0">
              <a:buClr>
                <a:schemeClr val="dk1"/>
              </a:buClr>
              <a:buSzPts val="1100"/>
            </a:pPr>
            <a:r>
              <a:rPr lang="en-US"/>
              <a:t>Demo</a:t>
            </a:r>
            <a:endParaRPr/>
          </a:p>
        </p:txBody>
      </p:sp>
      <p:sp>
        <p:nvSpPr>
          <p:cNvPr id="168" name="Google Shape;168;p13"/>
          <p:cNvSpPr txBox="1">
            <a:spLocks noGrp="1"/>
          </p:cNvSpPr>
          <p:nvPr>
            <p:ph type="body" idx="4"/>
          </p:nvPr>
        </p:nvSpPr>
        <p:spPr>
          <a:xfrm>
            <a:off x="850901" y="2981739"/>
            <a:ext cx="18383200" cy="9352000"/>
          </a:xfrm>
          <a:prstGeom prst="rect">
            <a:avLst/>
          </a:prstGeom>
        </p:spPr>
        <p:txBody>
          <a:bodyPr spcFirstLastPara="1" wrap="square" lIns="91400" tIns="45733" rIns="91400" bIns="45733" anchor="t" anchorCtr="0">
            <a:noAutofit/>
          </a:bodyPr>
          <a:lstStyle/>
          <a:p>
            <a:pPr marL="0" indent="0">
              <a:buNone/>
            </a:pPr>
            <a:endParaRPr/>
          </a:p>
        </p:txBody>
      </p:sp>
      <p:pic>
        <p:nvPicPr>
          <p:cNvPr id="2" name="MidPresentation">
            <a:hlinkClick r:id="" action="ppaction://media"/>
            <a:extLst>
              <a:ext uri="{FF2B5EF4-FFF2-40B4-BE49-F238E27FC236}">
                <a16:creationId xmlns:a16="http://schemas.microsoft.com/office/drawing/2014/main" id="{7997A4E7-1366-6B0D-33C0-F69ACC11E526}"/>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3240258" y="2015722"/>
            <a:ext cx="15413502" cy="1058229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3719"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14"/>
          <p:cNvSpPr txBox="1">
            <a:spLocks noGrp="1"/>
          </p:cNvSpPr>
          <p:nvPr>
            <p:ph type="body" idx="1"/>
          </p:nvPr>
        </p:nvSpPr>
        <p:spPr>
          <a:xfrm>
            <a:off x="1555995" y="12796688"/>
            <a:ext cx="19190400" cy="364800"/>
          </a:xfrm>
          <a:prstGeom prst="rect">
            <a:avLst/>
          </a:prstGeom>
        </p:spPr>
        <p:txBody>
          <a:bodyPr spcFirstLastPara="1" wrap="square" lIns="91400" tIns="45733" rIns="91400" bIns="45733" anchor="t" anchorCtr="0">
            <a:noAutofit/>
          </a:bodyPr>
          <a:lstStyle/>
          <a:p>
            <a:pPr marL="0" indent="0"/>
            <a:r>
              <a:rPr lang="en-US" i="1">
                <a:solidFill>
                  <a:schemeClr val="dk1"/>
                </a:solidFill>
                <a:latin typeface="Calibri"/>
                <a:ea typeface="Calibri"/>
                <a:cs typeface="Calibri"/>
                <a:sym typeface="Calibri"/>
              </a:rPr>
              <a:t>2026 | Internet of Services Lab | Page 9</a:t>
            </a:r>
            <a:endParaRPr i="1">
              <a:solidFill>
                <a:schemeClr val="dk1"/>
              </a:solidFill>
              <a:latin typeface="Calibri"/>
              <a:ea typeface="Calibri"/>
              <a:cs typeface="Calibri"/>
              <a:sym typeface="Calibri"/>
            </a:endParaRPr>
          </a:p>
          <a:p>
            <a:pPr marL="0" indent="0"/>
            <a:endParaRPr i="1">
              <a:solidFill>
                <a:schemeClr val="dk1"/>
              </a:solidFill>
            </a:endParaRPr>
          </a:p>
        </p:txBody>
      </p:sp>
      <p:sp>
        <p:nvSpPr>
          <p:cNvPr id="176" name="Google Shape;176;p14"/>
          <p:cNvSpPr txBox="1">
            <a:spLocks noGrp="1"/>
          </p:cNvSpPr>
          <p:nvPr>
            <p:ph type="body" idx="2"/>
          </p:nvPr>
        </p:nvSpPr>
        <p:spPr>
          <a:xfrm>
            <a:off x="850901" y="457200"/>
            <a:ext cx="18378400" cy="735200"/>
          </a:xfrm>
          <a:prstGeom prst="rect">
            <a:avLst/>
          </a:prstGeom>
        </p:spPr>
        <p:txBody>
          <a:bodyPr spcFirstLastPara="1" wrap="square" lIns="91400" tIns="0" rIns="91400" bIns="0" anchor="t" anchorCtr="0">
            <a:noAutofit/>
          </a:bodyPr>
          <a:lstStyle/>
          <a:p>
            <a:pPr marL="0" indent="0"/>
            <a:r>
              <a:rPr lang="en-US" sz="5867" dirty="0">
                <a:solidFill>
                  <a:srgbClr val="990011"/>
                </a:solidFill>
                <a:latin typeface="Calibri"/>
                <a:ea typeface="Calibri"/>
                <a:cs typeface="Calibri"/>
                <a:sym typeface="Calibri"/>
              </a:rPr>
              <a:t>MVP - Current State</a:t>
            </a:r>
            <a:endParaRPr sz="5867" b="0" dirty="0">
              <a:solidFill>
                <a:schemeClr val="dk1"/>
              </a:solidFill>
              <a:latin typeface="Calibri"/>
              <a:ea typeface="Calibri"/>
              <a:cs typeface="Calibri"/>
              <a:sym typeface="Calibri"/>
            </a:endParaRPr>
          </a:p>
          <a:p>
            <a:pPr marL="0" indent="0"/>
            <a:endParaRPr sz="5867" dirty="0">
              <a:solidFill>
                <a:srgbClr val="990011"/>
              </a:solidFill>
            </a:endParaRPr>
          </a:p>
          <a:p>
            <a:pPr marL="0" indent="0"/>
            <a:endParaRPr sz="5867" dirty="0">
              <a:solidFill>
                <a:srgbClr val="990011"/>
              </a:solidFill>
            </a:endParaRPr>
          </a:p>
          <a:p>
            <a:pPr marL="0" indent="0"/>
            <a:endParaRPr sz="5867" dirty="0">
              <a:solidFill>
                <a:srgbClr val="990011"/>
              </a:solidFill>
            </a:endParaRPr>
          </a:p>
          <a:p>
            <a:pPr marL="0" indent="0"/>
            <a:endParaRPr sz="5867" dirty="0">
              <a:solidFill>
                <a:srgbClr val="990011"/>
              </a:solidFill>
              <a:latin typeface="Calibri"/>
              <a:ea typeface="Calibri"/>
              <a:cs typeface="Calibri"/>
              <a:sym typeface="Calibri"/>
            </a:endParaRPr>
          </a:p>
          <a:p>
            <a:pPr marL="0" indent="0"/>
            <a:endParaRPr dirty="0"/>
          </a:p>
        </p:txBody>
      </p:sp>
      <p:sp>
        <p:nvSpPr>
          <p:cNvPr id="177" name="Google Shape;177;p14"/>
          <p:cNvSpPr txBox="1">
            <a:spLocks noGrp="1"/>
          </p:cNvSpPr>
          <p:nvPr>
            <p:ph type="body" idx="3"/>
          </p:nvPr>
        </p:nvSpPr>
        <p:spPr>
          <a:xfrm>
            <a:off x="846192" y="1236461"/>
            <a:ext cx="18383200" cy="735200"/>
          </a:xfrm>
          <a:prstGeom prst="rect">
            <a:avLst/>
          </a:prstGeom>
        </p:spPr>
        <p:txBody>
          <a:bodyPr spcFirstLastPara="1" wrap="square" lIns="91400" tIns="0" rIns="91400" bIns="0" anchor="t" anchorCtr="0">
            <a:noAutofit/>
          </a:bodyPr>
          <a:lstStyle/>
          <a:p>
            <a:pPr marL="0" indent="0"/>
            <a:endParaRPr/>
          </a:p>
        </p:txBody>
      </p:sp>
      <p:sp>
        <p:nvSpPr>
          <p:cNvPr id="178" name="Google Shape;178;p14"/>
          <p:cNvSpPr/>
          <p:nvPr/>
        </p:nvSpPr>
        <p:spPr>
          <a:xfrm>
            <a:off x="850933" y="2788451"/>
            <a:ext cx="10010400" cy="909600"/>
          </a:xfrm>
          <a:prstGeom prst="rect">
            <a:avLst/>
          </a:prstGeom>
          <a:noFill/>
          <a:ln>
            <a:noFill/>
          </a:ln>
        </p:spPr>
        <p:txBody>
          <a:bodyPr spcFirstLastPara="1" wrap="square" lIns="0" tIns="0" rIns="0" bIns="0" anchor="ctr" anchorCtr="0">
            <a:noAutofit/>
          </a:bodyPr>
          <a:lstStyle/>
          <a:p>
            <a:pPr algn="l">
              <a:buClr>
                <a:srgbClr val="007A33"/>
              </a:buClr>
              <a:buSzPts val="1306"/>
            </a:pPr>
            <a:r>
              <a:rPr lang="en-US" sz="3483" b="1">
                <a:solidFill>
                  <a:srgbClr val="007A33"/>
                </a:solidFill>
              </a:rPr>
              <a:t>Done / In Demo</a:t>
            </a:r>
            <a:endParaRPr sz="3483">
              <a:solidFill>
                <a:schemeClr val="dk1"/>
              </a:solidFill>
            </a:endParaRPr>
          </a:p>
        </p:txBody>
      </p:sp>
      <p:sp>
        <p:nvSpPr>
          <p:cNvPr id="179" name="Google Shape;179;p14"/>
          <p:cNvSpPr/>
          <p:nvPr/>
        </p:nvSpPr>
        <p:spPr>
          <a:xfrm>
            <a:off x="1078443" y="3857744"/>
            <a:ext cx="9782400" cy="1137600"/>
          </a:xfrm>
          <a:prstGeom prst="rect">
            <a:avLst/>
          </a:prstGeom>
          <a:noFill/>
          <a:ln>
            <a:noFill/>
          </a:ln>
        </p:spPr>
        <p:txBody>
          <a:bodyPr spcFirstLastPara="1" wrap="square" lIns="0" tIns="0" rIns="0" bIns="0" anchor="ctr" anchorCtr="0">
            <a:noAutofit/>
          </a:bodyPr>
          <a:lstStyle/>
          <a:p>
            <a:pPr algn="l">
              <a:buClr>
                <a:srgbClr val="1A1A1A"/>
              </a:buClr>
              <a:buSzPts val="980"/>
            </a:pPr>
            <a:r>
              <a:rPr lang="en-US" sz="2613">
                <a:solidFill>
                  <a:srgbClr val="1A1A1A"/>
                </a:solidFill>
              </a:rPr>
              <a:t>✓  VON Network running locally (Indy ledger)</a:t>
            </a:r>
            <a:endParaRPr sz="2613">
              <a:solidFill>
                <a:schemeClr val="dk1"/>
              </a:solidFill>
            </a:endParaRPr>
          </a:p>
        </p:txBody>
      </p:sp>
      <p:sp>
        <p:nvSpPr>
          <p:cNvPr id="180" name="Google Shape;180;p14"/>
          <p:cNvSpPr/>
          <p:nvPr/>
        </p:nvSpPr>
        <p:spPr>
          <a:xfrm>
            <a:off x="1078443" y="5361797"/>
            <a:ext cx="9782400" cy="1137600"/>
          </a:xfrm>
          <a:prstGeom prst="rect">
            <a:avLst/>
          </a:prstGeom>
          <a:noFill/>
          <a:ln>
            <a:noFill/>
          </a:ln>
        </p:spPr>
        <p:txBody>
          <a:bodyPr spcFirstLastPara="1" wrap="square" lIns="0" tIns="0" rIns="0" bIns="0" anchor="ctr" anchorCtr="0">
            <a:noAutofit/>
          </a:bodyPr>
          <a:lstStyle/>
          <a:p>
            <a:pPr algn="l">
              <a:buClr>
                <a:srgbClr val="1A1A1A"/>
              </a:buClr>
              <a:buSzPts val="980"/>
            </a:pPr>
            <a:r>
              <a:rPr lang="en-US" sz="2613">
                <a:solidFill>
                  <a:srgbClr val="1A1A1A"/>
                </a:solidFill>
              </a:rPr>
              <a:t>✓  Credo-ts mediator deployed and reachable </a:t>
            </a:r>
            <a:endParaRPr sz="2613">
              <a:solidFill>
                <a:schemeClr val="dk1"/>
              </a:solidFill>
            </a:endParaRPr>
          </a:p>
        </p:txBody>
      </p:sp>
      <p:sp>
        <p:nvSpPr>
          <p:cNvPr id="181" name="Google Shape;181;p14"/>
          <p:cNvSpPr/>
          <p:nvPr/>
        </p:nvSpPr>
        <p:spPr>
          <a:xfrm>
            <a:off x="1027843" y="6865883"/>
            <a:ext cx="9782400" cy="1137600"/>
          </a:xfrm>
          <a:prstGeom prst="rect">
            <a:avLst/>
          </a:prstGeom>
          <a:noFill/>
          <a:ln>
            <a:noFill/>
          </a:ln>
        </p:spPr>
        <p:txBody>
          <a:bodyPr spcFirstLastPara="1" wrap="square" lIns="0" tIns="0" rIns="0" bIns="0" anchor="ctr" anchorCtr="0">
            <a:noAutofit/>
          </a:bodyPr>
          <a:lstStyle/>
          <a:p>
            <a:pPr algn="l">
              <a:buClr>
                <a:srgbClr val="1A1A1A"/>
              </a:buClr>
              <a:buSzPts val="980"/>
            </a:pPr>
            <a:r>
              <a:rPr lang="en-US" sz="2613">
                <a:solidFill>
                  <a:srgbClr val="1A1A1A"/>
                </a:solidFill>
              </a:rPr>
              <a:t>✓  DIDComm connection flow (OOB invitation→handshake → connection)</a:t>
            </a:r>
            <a:endParaRPr sz="2613">
              <a:solidFill>
                <a:schemeClr val="dk1"/>
              </a:solidFill>
            </a:endParaRPr>
          </a:p>
        </p:txBody>
      </p:sp>
      <p:sp>
        <p:nvSpPr>
          <p:cNvPr id="182" name="Google Shape;182;p14"/>
          <p:cNvSpPr/>
          <p:nvPr/>
        </p:nvSpPr>
        <p:spPr>
          <a:xfrm>
            <a:off x="1078443" y="8327168"/>
            <a:ext cx="9782400" cy="1137600"/>
          </a:xfrm>
          <a:prstGeom prst="rect">
            <a:avLst/>
          </a:prstGeom>
          <a:noFill/>
          <a:ln>
            <a:noFill/>
          </a:ln>
        </p:spPr>
        <p:txBody>
          <a:bodyPr spcFirstLastPara="1" wrap="square" lIns="0" tIns="0" rIns="0" bIns="0" anchor="ctr" anchorCtr="0">
            <a:noAutofit/>
          </a:bodyPr>
          <a:lstStyle/>
          <a:p>
            <a:pPr algn="l">
              <a:buClr>
                <a:srgbClr val="1A1A1A"/>
              </a:buClr>
              <a:buSzPts val="980"/>
            </a:pPr>
            <a:r>
              <a:rPr lang="en-US" sz="2613">
                <a:solidFill>
                  <a:srgbClr val="1A1A1A"/>
                </a:solidFill>
              </a:rPr>
              <a:t>✓  Credential issuance/verification via credo-ts (issuer/verifier → holder)</a:t>
            </a:r>
            <a:endParaRPr sz="2613">
              <a:solidFill>
                <a:schemeClr val="dk1"/>
              </a:solidFill>
            </a:endParaRPr>
          </a:p>
        </p:txBody>
      </p:sp>
      <p:sp>
        <p:nvSpPr>
          <p:cNvPr id="183" name="Google Shape;183;p14"/>
          <p:cNvSpPr/>
          <p:nvPr/>
        </p:nvSpPr>
        <p:spPr>
          <a:xfrm>
            <a:off x="1078443" y="9874075"/>
            <a:ext cx="9782400" cy="1137600"/>
          </a:xfrm>
          <a:prstGeom prst="rect">
            <a:avLst/>
          </a:prstGeom>
          <a:noFill/>
          <a:ln>
            <a:noFill/>
          </a:ln>
        </p:spPr>
        <p:txBody>
          <a:bodyPr spcFirstLastPara="1" wrap="square" lIns="0" tIns="0" rIns="0" bIns="0" anchor="ctr" anchorCtr="0">
            <a:noAutofit/>
          </a:bodyPr>
          <a:lstStyle/>
          <a:p>
            <a:pPr algn="l">
              <a:buClr>
                <a:srgbClr val="1A1A1A"/>
              </a:buClr>
              <a:buSzPts val="980"/>
            </a:pPr>
            <a:r>
              <a:rPr lang="en-US" sz="2613">
                <a:solidFill>
                  <a:srgbClr val="1A1A1A"/>
                </a:solidFill>
              </a:rPr>
              <a:t>✓  Flutter app shell with SSE/HTTP connection to credo</a:t>
            </a:r>
            <a:endParaRPr sz="2613">
              <a:solidFill>
                <a:schemeClr val="dk1"/>
              </a:solidFill>
            </a:endParaRPr>
          </a:p>
        </p:txBody>
      </p:sp>
      <p:sp>
        <p:nvSpPr>
          <p:cNvPr id="184" name="Google Shape;184;p14"/>
          <p:cNvSpPr/>
          <p:nvPr/>
        </p:nvSpPr>
        <p:spPr>
          <a:xfrm>
            <a:off x="11543867" y="2788451"/>
            <a:ext cx="10693600" cy="909600"/>
          </a:xfrm>
          <a:prstGeom prst="rect">
            <a:avLst/>
          </a:prstGeom>
          <a:noFill/>
          <a:ln>
            <a:noFill/>
          </a:ln>
        </p:spPr>
        <p:txBody>
          <a:bodyPr spcFirstLastPara="1" wrap="square" lIns="0" tIns="0" rIns="0" bIns="0" anchor="ctr" anchorCtr="0">
            <a:noAutofit/>
          </a:bodyPr>
          <a:lstStyle/>
          <a:p>
            <a:pPr algn="l">
              <a:buClr>
                <a:srgbClr val="990011"/>
              </a:buClr>
              <a:buSzPts val="1306"/>
            </a:pPr>
            <a:r>
              <a:rPr lang="en-US" sz="3483" b="1">
                <a:solidFill>
                  <a:srgbClr val="990011"/>
                </a:solidFill>
              </a:rPr>
              <a:t>In Progress</a:t>
            </a:r>
            <a:endParaRPr sz="3483">
              <a:solidFill>
                <a:schemeClr val="dk1"/>
              </a:solidFill>
            </a:endParaRPr>
          </a:p>
        </p:txBody>
      </p:sp>
      <p:sp>
        <p:nvSpPr>
          <p:cNvPr id="185" name="Google Shape;185;p14"/>
          <p:cNvSpPr/>
          <p:nvPr/>
        </p:nvSpPr>
        <p:spPr>
          <a:xfrm>
            <a:off x="11771376" y="4302312"/>
            <a:ext cx="10237600" cy="1478400"/>
          </a:xfrm>
          <a:prstGeom prst="rect">
            <a:avLst/>
          </a:prstGeom>
          <a:noFill/>
          <a:ln>
            <a:noFill/>
          </a:ln>
        </p:spPr>
        <p:txBody>
          <a:bodyPr spcFirstLastPara="1" wrap="square" lIns="0" tIns="0" rIns="0" bIns="0" anchor="ctr" anchorCtr="0">
            <a:noAutofit/>
          </a:bodyPr>
          <a:lstStyle/>
          <a:p>
            <a:pPr algn="l">
              <a:buClr>
                <a:srgbClr val="1A1A1A"/>
              </a:buClr>
              <a:buSzPts val="980"/>
            </a:pPr>
            <a:r>
              <a:rPr lang="en-US" sz="2613">
                <a:solidFill>
                  <a:srgbClr val="1A1A1A"/>
                </a:solidFill>
              </a:rPr>
              <a:t>→ RabbitMQ as Message Broker</a:t>
            </a:r>
            <a:endParaRPr sz="2613">
              <a:solidFill>
                <a:schemeClr val="dk1"/>
              </a:solidFill>
            </a:endParaRPr>
          </a:p>
        </p:txBody>
      </p:sp>
      <p:sp>
        <p:nvSpPr>
          <p:cNvPr id="186" name="Google Shape;186;p14"/>
          <p:cNvSpPr/>
          <p:nvPr/>
        </p:nvSpPr>
        <p:spPr>
          <a:xfrm>
            <a:off x="11771376" y="5890131"/>
            <a:ext cx="10237600" cy="1478400"/>
          </a:xfrm>
          <a:prstGeom prst="rect">
            <a:avLst/>
          </a:prstGeom>
          <a:noFill/>
          <a:ln>
            <a:noFill/>
          </a:ln>
        </p:spPr>
        <p:txBody>
          <a:bodyPr spcFirstLastPara="1" wrap="square" lIns="0" tIns="0" rIns="0" bIns="0" anchor="ctr" anchorCtr="0">
            <a:noAutofit/>
          </a:bodyPr>
          <a:lstStyle/>
          <a:p>
            <a:pPr algn="l">
              <a:buClr>
                <a:srgbClr val="1A1A1A"/>
              </a:buClr>
              <a:buSzPts val="980"/>
            </a:pPr>
            <a:r>
              <a:rPr lang="en-US" sz="2613">
                <a:solidFill>
                  <a:srgbClr val="1A1A1A"/>
                </a:solidFill>
              </a:rPr>
              <a:t>→  Push Notification → Wake up App</a:t>
            </a:r>
            <a:endParaRPr sz="2613">
              <a:solidFill>
                <a:schemeClr val="dk1"/>
              </a:solidFill>
            </a:endParaRPr>
          </a:p>
        </p:txBody>
      </p:sp>
      <p:sp>
        <p:nvSpPr>
          <p:cNvPr id="187" name="Google Shape;187;p14"/>
          <p:cNvSpPr/>
          <p:nvPr/>
        </p:nvSpPr>
        <p:spPr>
          <a:xfrm>
            <a:off x="11771376" y="7477907"/>
            <a:ext cx="10237600" cy="1478400"/>
          </a:xfrm>
          <a:prstGeom prst="rect">
            <a:avLst/>
          </a:prstGeom>
          <a:noFill/>
          <a:ln>
            <a:noFill/>
          </a:ln>
        </p:spPr>
        <p:txBody>
          <a:bodyPr spcFirstLastPara="1" wrap="square" lIns="0" tIns="0" rIns="0" bIns="0" anchor="ctr" anchorCtr="0">
            <a:noAutofit/>
          </a:bodyPr>
          <a:lstStyle/>
          <a:p>
            <a:pPr algn="l">
              <a:buClr>
                <a:srgbClr val="1A1A1A"/>
              </a:buClr>
              <a:buSzPts val="980"/>
            </a:pPr>
            <a:r>
              <a:rPr lang="en-US" sz="2613">
                <a:solidFill>
                  <a:srgbClr val="1A1A1A"/>
                </a:solidFill>
              </a:rPr>
              <a:t>→  more detailed transparency log</a:t>
            </a:r>
            <a:endParaRPr sz="2613">
              <a:solidFill>
                <a:schemeClr val="dk1"/>
              </a:solidFill>
            </a:endParaRPr>
          </a:p>
        </p:txBody>
      </p:sp>
      <p:cxnSp>
        <p:nvCxnSpPr>
          <p:cNvPr id="188" name="Google Shape;188;p14"/>
          <p:cNvCxnSpPr/>
          <p:nvPr/>
        </p:nvCxnSpPr>
        <p:spPr>
          <a:xfrm>
            <a:off x="11202603" y="2720197"/>
            <a:ext cx="0" cy="9328000"/>
          </a:xfrm>
          <a:prstGeom prst="straightConnector1">
            <a:avLst/>
          </a:prstGeom>
          <a:noFill/>
          <a:ln w="11850" cap="flat" cmpd="sng">
            <a:solidFill>
              <a:srgbClr val="CCCCCC"/>
            </a:solidFill>
            <a:prstDash val="solid"/>
            <a:round/>
            <a:headEnd type="none" w="sm" len="sm"/>
            <a:tailEnd type="none" w="sm" len="sm"/>
          </a:ln>
        </p:spPr>
      </p:cxnSp>
      <p:sp>
        <p:nvSpPr>
          <p:cNvPr id="189" name="Google Shape;189;p14"/>
          <p:cNvSpPr/>
          <p:nvPr/>
        </p:nvSpPr>
        <p:spPr>
          <a:xfrm>
            <a:off x="11771376" y="9209507"/>
            <a:ext cx="10237600" cy="1478400"/>
          </a:xfrm>
          <a:prstGeom prst="rect">
            <a:avLst/>
          </a:prstGeom>
          <a:noFill/>
          <a:ln>
            <a:noFill/>
          </a:ln>
        </p:spPr>
        <p:txBody>
          <a:bodyPr spcFirstLastPara="1" wrap="square" lIns="0" tIns="0" rIns="0" bIns="0" anchor="ctr" anchorCtr="0">
            <a:noAutofit/>
          </a:bodyPr>
          <a:lstStyle/>
          <a:p>
            <a:pPr algn="l">
              <a:buClr>
                <a:srgbClr val="1A1A1A"/>
              </a:buClr>
              <a:buSzPts val="980"/>
            </a:pPr>
            <a:r>
              <a:rPr lang="en-US" sz="2613">
                <a:solidFill>
                  <a:srgbClr val="1A1A1A"/>
                </a:solidFill>
              </a:rPr>
              <a:t>→  Integration options for software systems</a:t>
            </a:r>
            <a:endParaRPr sz="2613">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7607796"/>
      </p:ext>
    </p:extLst>
  </p:cSld>
  <p:clrMapOvr>
    <a:masterClrMapping/>
  </p:clrMapOvr>
  <p:transition spd="med"/>
</p:sld>
</file>

<file path=ppt/theme/theme1.xml><?xml version="1.0" encoding="utf-8"?>
<a:theme xmlns:a="http://schemas.openxmlformats.org/drawingml/2006/main" name="SpecialSlidesAndTactics">
  <a:themeElements>
    <a:clrScheme name="Default">
      <a:dk1>
        <a:srgbClr val="000000"/>
      </a:dk1>
      <a:lt1>
        <a:srgbClr val="FFFFFF"/>
      </a:lt1>
      <a:dk2>
        <a:srgbClr val="A7A7A7"/>
      </a:dk2>
      <a:lt2>
        <a:srgbClr val="535353"/>
      </a:lt2>
      <a:accent1>
        <a:srgbClr val="717171"/>
      </a:accent1>
      <a:accent2>
        <a:srgbClr val="177191"/>
      </a:accent2>
      <a:accent3>
        <a:srgbClr val="8F8F8F"/>
      </a:accent3>
      <a:accent4>
        <a:srgbClr val="707070"/>
      </a:accent4>
      <a:accent5>
        <a:srgbClr val="BBBBBB"/>
      </a:accent5>
      <a:accent6>
        <a:srgbClr val="156683"/>
      </a:accent6>
      <a:hlink>
        <a:srgbClr val="0000FF"/>
      </a:hlink>
      <a:folHlink>
        <a:srgbClr val="FF00FF"/>
      </a:folHlink>
    </a:clrScheme>
    <a:fontScheme name="Default">
      <a:majorFont>
        <a:latin typeface="Helvetica"/>
        <a:ea typeface="Helvetica"/>
        <a:cs typeface="Helvetica"/>
      </a:majorFont>
      <a:minorFont>
        <a:latin typeface="Arial"/>
        <a:ea typeface="Arial"/>
        <a:cs typeface="Arial"/>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63500" dist="254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lumOff val="44000"/>
          </a:schemeClr>
        </a:solidFill>
        <a:ln w="25400" cap="flat">
          <a:solidFill>
            <a:schemeClr val="accent1"/>
          </a:solidFill>
          <a:prstDash val="solid"/>
          <a:round/>
        </a:ln>
        <a:effectLst/>
        <a:sp3d/>
      </a:spPr>
      <a:bodyPr rot="0" spcFirstLastPara="1" vertOverflow="overflow" horzOverflow="overflow" vert="horz" wrap="square" lIns="91439" tIns="91439" rIns="91439" bIns="91439" numCol="1" spcCol="38100" rtlCol="0" anchor="ctr">
        <a:spAutoFit/>
      </a:bodyPr>
      <a:lstStyle>
        <a:defPPr marL="0" marR="0" indent="0" algn="ctr"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
              <a:solidFill>
                <a:srgbClr val="000000"/>
              </a:solidFill>
            </a:uFill>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63500" dist="254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91439" tIns="91439" rIns="91439" bIns="91439" numCol="1" spcCol="38100" rtlCol="0" anchor="ctr">
        <a:spAutoFit/>
      </a:bodyPr>
      <a:lstStyle>
        <a:defPPr marL="0" marR="0" indent="0" algn="ctr" defTabSz="9144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
              <a:solidFill>
                <a:srgbClr val="000000"/>
              </a:solidFill>
            </a:uFill>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Default">
  <a:themeElements>
    <a:clrScheme name="Default">
      <a:dk1>
        <a:srgbClr val="000000"/>
      </a:dk1>
      <a:lt1>
        <a:srgbClr val="FFFFFF"/>
      </a:lt1>
      <a:dk2>
        <a:srgbClr val="A7A7A7"/>
      </a:dk2>
      <a:lt2>
        <a:srgbClr val="535353"/>
      </a:lt2>
      <a:accent1>
        <a:srgbClr val="717171"/>
      </a:accent1>
      <a:accent2>
        <a:srgbClr val="177191"/>
      </a:accent2>
      <a:accent3>
        <a:srgbClr val="8F8F8F"/>
      </a:accent3>
      <a:accent4>
        <a:srgbClr val="707070"/>
      </a:accent4>
      <a:accent5>
        <a:srgbClr val="BBBBBB"/>
      </a:accent5>
      <a:accent6>
        <a:srgbClr val="156683"/>
      </a:accent6>
      <a:hlink>
        <a:srgbClr val="0000FF"/>
      </a:hlink>
      <a:folHlink>
        <a:srgbClr val="FF00FF"/>
      </a:folHlink>
    </a:clrScheme>
    <a:fontScheme name="Default">
      <a:majorFont>
        <a:latin typeface="Helvetica"/>
        <a:ea typeface="Helvetica"/>
        <a:cs typeface="Helvetica"/>
      </a:majorFont>
      <a:minorFont>
        <a:latin typeface="Arial"/>
        <a:ea typeface="Arial"/>
        <a:cs typeface="Arial"/>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63500" dist="254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lumOff val="44000"/>
          </a:schemeClr>
        </a:solidFill>
        <a:ln w="25400" cap="flat">
          <a:solidFill>
            <a:schemeClr val="accent1"/>
          </a:solidFill>
          <a:prstDash val="solid"/>
          <a:round/>
        </a:ln>
        <a:effectLst/>
        <a:sp3d/>
      </a:spPr>
      <a:bodyPr rot="0" spcFirstLastPara="1" vertOverflow="overflow" horzOverflow="overflow" vert="horz" wrap="square" lIns="91439" tIns="91439" rIns="91439" bIns="91439" numCol="1" spcCol="38100" rtlCol="0" anchor="ctr">
        <a:spAutoFit/>
      </a:bodyPr>
      <a:lstStyle>
        <a:defPPr marL="0" marR="0" indent="0" algn="ctr"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
              <a:solidFill>
                <a:srgbClr val="000000"/>
              </a:solidFill>
            </a:uFill>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63500" dist="254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91439" tIns="91439" rIns="91439" bIns="91439" numCol="1" spcCol="38100" rtlCol="0" anchor="ctr">
        <a:spAutoFit/>
      </a:bodyPr>
      <a:lstStyle>
        <a:defPPr marL="0" marR="0" indent="0" algn="ctr" defTabSz="9144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000000"/>
            </a:solidFill>
            <a:effectLst/>
            <a:uFill>
              <a:solidFill>
                <a:srgbClr val="000000"/>
              </a:solidFill>
            </a:uFill>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0</TotalTime>
  <Words>1150</Words>
  <Application>Microsoft Office PowerPoint</Application>
  <PresentationFormat>Benutzerdefiniert</PresentationFormat>
  <Paragraphs>124</Paragraphs>
  <Slides>10</Slides>
  <Notes>9</Notes>
  <HiddenSlides>0</HiddenSlides>
  <MMClips>1</MMClips>
  <ScaleCrop>false</ScaleCrop>
  <HeadingPairs>
    <vt:vector size="6" baseType="variant">
      <vt:variant>
        <vt:lpstr>Verwendete Schriftarten</vt:lpstr>
      </vt:variant>
      <vt:variant>
        <vt:i4>8</vt:i4>
      </vt:variant>
      <vt:variant>
        <vt:lpstr>Design</vt:lpstr>
      </vt:variant>
      <vt:variant>
        <vt:i4>1</vt:i4>
      </vt:variant>
      <vt:variant>
        <vt:lpstr>Folientitel</vt:lpstr>
      </vt:variant>
      <vt:variant>
        <vt:i4>10</vt:i4>
      </vt:variant>
    </vt:vector>
  </HeadingPairs>
  <TitlesOfParts>
    <vt:vector size="19" baseType="lpstr">
      <vt:lpstr>Arial</vt:lpstr>
      <vt:lpstr>Avenir</vt:lpstr>
      <vt:lpstr>Calibri</vt:lpstr>
      <vt:lpstr>Courier New</vt:lpstr>
      <vt:lpstr>Helvetica</vt:lpstr>
      <vt:lpstr>Noto Sans Symbols</vt:lpstr>
      <vt:lpstr>Times New Roman</vt:lpstr>
      <vt:lpstr>Wingdings</vt:lpstr>
      <vt:lpstr>SpecialSlidesAndTactics</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subject/>
  <dc:creator>tandeu89</dc:creator>
  <cp:keywords/>
  <dc:description/>
  <cp:lastModifiedBy>TU-Pseudonym 17435119404083464350657008268</cp:lastModifiedBy>
  <cp:revision>13</cp:revision>
  <dcterms:modified xsi:type="dcterms:W3CDTF">2026-05-26T21:33:32Z</dcterms:modified>
  <cp:category/>
</cp:coreProperties>
</file>